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9850"/>
  <p:notesSz cx="9144000" cy="5149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D3FAE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36405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VaultofCode</a:t>
            </a:r>
            <a:r>
              <a:rPr dirty="0" spc="15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Python</a:t>
            </a:r>
            <a:r>
              <a:rPr dirty="0" spc="-15"/>
              <a:t> </a:t>
            </a:r>
            <a:r>
              <a:rPr dirty="0" spc="-10"/>
              <a:t>Programming</a:t>
            </a:r>
            <a:r>
              <a:rPr dirty="0" spc="-15"/>
              <a:t> </a:t>
            </a:r>
            <a:r>
              <a:rPr dirty="0" spc="-10"/>
              <a:t>Internship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D3FAE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36405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VaultofCode</a:t>
            </a:r>
            <a:r>
              <a:rPr dirty="0" spc="15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Python</a:t>
            </a:r>
            <a:r>
              <a:rPr dirty="0" spc="-15"/>
              <a:t> </a:t>
            </a:r>
            <a:r>
              <a:rPr dirty="0" spc="-10"/>
              <a:t>Programming</a:t>
            </a:r>
            <a:r>
              <a:rPr dirty="0" spc="-15"/>
              <a:t> </a:t>
            </a:r>
            <a:r>
              <a:rPr dirty="0" spc="-10"/>
              <a:t>Internship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D3FAE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VaultofCode</a:t>
            </a:r>
            <a:r>
              <a:rPr dirty="0" spc="15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Python</a:t>
            </a:r>
            <a:r>
              <a:rPr dirty="0" spc="-15"/>
              <a:t> </a:t>
            </a:r>
            <a:r>
              <a:rPr dirty="0" spc="-10"/>
              <a:t>Programming</a:t>
            </a:r>
            <a:r>
              <a:rPr dirty="0" spc="-15"/>
              <a:t> </a:t>
            </a:r>
            <a:r>
              <a:rPr dirty="0" spc="-10"/>
              <a:t>Internship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D3FAE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VaultofCode</a:t>
            </a:r>
            <a:r>
              <a:rPr dirty="0" spc="15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Python</a:t>
            </a:r>
            <a:r>
              <a:rPr dirty="0" spc="-15"/>
              <a:t> </a:t>
            </a:r>
            <a:r>
              <a:rPr dirty="0" spc="-10"/>
              <a:t>Programming</a:t>
            </a:r>
            <a:r>
              <a:rPr dirty="0" spc="-15"/>
              <a:t> </a:t>
            </a:r>
            <a:r>
              <a:rPr dirty="0" spc="-10"/>
              <a:t>Internship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VaultofCode</a:t>
            </a:r>
            <a:r>
              <a:rPr dirty="0" spc="15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Python</a:t>
            </a:r>
            <a:r>
              <a:rPr dirty="0" spc="-15"/>
              <a:t> </a:t>
            </a:r>
            <a:r>
              <a:rPr dirty="0" spc="-10"/>
              <a:t>Programming</a:t>
            </a:r>
            <a:r>
              <a:rPr dirty="0" spc="-15"/>
              <a:t> </a:t>
            </a:r>
            <a:r>
              <a:rPr dirty="0" spc="-10"/>
              <a:t>Internship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F7F9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144" y="367831"/>
            <a:ext cx="3669029" cy="452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D3FAE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144" y="946985"/>
            <a:ext cx="5027295" cy="1092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36405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44144" y="4902815"/>
            <a:ext cx="2233295" cy="165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VaultofCode</a:t>
            </a:r>
            <a:r>
              <a:rPr dirty="0" spc="15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Python</a:t>
            </a:r>
            <a:r>
              <a:rPr dirty="0" spc="-15"/>
              <a:t> </a:t>
            </a:r>
            <a:r>
              <a:rPr dirty="0" spc="-10"/>
              <a:t>Programming</a:t>
            </a:r>
            <a:r>
              <a:rPr dirty="0" spc="-15"/>
              <a:t> </a:t>
            </a:r>
            <a:r>
              <a:rPr dirty="0" spc="-10"/>
              <a:t>Internship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681821" y="4902815"/>
            <a:ext cx="147320" cy="165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0.png"/><Relationship Id="rId4" Type="http://schemas.openxmlformats.org/officeDocument/2006/relationships/image" Target="../media/image29.png"/><Relationship Id="rId5" Type="http://schemas.openxmlformats.org/officeDocument/2006/relationships/image" Target="../media/image22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55" y="4160166"/>
            <a:ext cx="9144000" cy="983615"/>
          </a:xfrm>
          <a:custGeom>
            <a:avLst/>
            <a:gdLst/>
            <a:ahLst/>
            <a:cxnLst/>
            <a:rect l="l" t="t" r="r" b="b"/>
            <a:pathLst>
              <a:path w="9144000" h="983614">
                <a:moveTo>
                  <a:pt x="9143987" y="72034"/>
                </a:moveTo>
                <a:lnTo>
                  <a:pt x="9062987" y="63347"/>
                </a:lnTo>
                <a:lnTo>
                  <a:pt x="9010244" y="58699"/>
                </a:lnTo>
                <a:lnTo>
                  <a:pt x="8957094" y="54749"/>
                </a:lnTo>
                <a:lnTo>
                  <a:pt x="8903576" y="51511"/>
                </a:lnTo>
                <a:lnTo>
                  <a:pt x="8849741" y="48983"/>
                </a:lnTo>
                <a:lnTo>
                  <a:pt x="8795626" y="47180"/>
                </a:lnTo>
                <a:lnTo>
                  <a:pt x="8741296" y="46088"/>
                </a:lnTo>
                <a:lnTo>
                  <a:pt x="8686800" y="45720"/>
                </a:lnTo>
                <a:lnTo>
                  <a:pt x="8632292" y="46088"/>
                </a:lnTo>
                <a:lnTo>
                  <a:pt x="8577948" y="47180"/>
                </a:lnTo>
                <a:lnTo>
                  <a:pt x="8523846" y="48983"/>
                </a:lnTo>
                <a:lnTo>
                  <a:pt x="8469998" y="51511"/>
                </a:lnTo>
                <a:lnTo>
                  <a:pt x="8416480" y="54749"/>
                </a:lnTo>
                <a:lnTo>
                  <a:pt x="8363331" y="58699"/>
                </a:lnTo>
                <a:lnTo>
                  <a:pt x="8310600" y="63347"/>
                </a:lnTo>
                <a:lnTo>
                  <a:pt x="8258327" y="68694"/>
                </a:lnTo>
                <a:lnTo>
                  <a:pt x="8206575" y="74726"/>
                </a:lnTo>
                <a:lnTo>
                  <a:pt x="8155381" y="81457"/>
                </a:lnTo>
                <a:lnTo>
                  <a:pt x="8104797" y="88874"/>
                </a:lnTo>
                <a:lnTo>
                  <a:pt x="8054873" y="96964"/>
                </a:lnTo>
                <a:lnTo>
                  <a:pt x="8005661" y="105727"/>
                </a:lnTo>
                <a:lnTo>
                  <a:pt x="7957210" y="115176"/>
                </a:lnTo>
                <a:lnTo>
                  <a:pt x="7909560" y="125272"/>
                </a:lnTo>
                <a:lnTo>
                  <a:pt x="7851343" y="138798"/>
                </a:lnTo>
                <a:lnTo>
                  <a:pt x="7794866" y="153263"/>
                </a:lnTo>
                <a:lnTo>
                  <a:pt x="7740180" y="168617"/>
                </a:lnTo>
                <a:lnTo>
                  <a:pt x="7687361" y="184848"/>
                </a:lnTo>
                <a:lnTo>
                  <a:pt x="7636484" y="201930"/>
                </a:lnTo>
                <a:lnTo>
                  <a:pt x="7587615" y="219824"/>
                </a:lnTo>
                <a:lnTo>
                  <a:pt x="7540841" y="238506"/>
                </a:lnTo>
                <a:lnTo>
                  <a:pt x="7496213" y="257949"/>
                </a:lnTo>
                <a:lnTo>
                  <a:pt x="7461047" y="274675"/>
                </a:lnTo>
                <a:lnTo>
                  <a:pt x="1633435" y="274675"/>
                </a:lnTo>
                <a:lnTo>
                  <a:pt x="1596517" y="251904"/>
                </a:lnTo>
                <a:lnTo>
                  <a:pt x="1557388" y="230238"/>
                </a:lnTo>
                <a:lnTo>
                  <a:pt x="1515630" y="209334"/>
                </a:lnTo>
                <a:lnTo>
                  <a:pt x="1471345" y="189230"/>
                </a:lnTo>
                <a:lnTo>
                  <a:pt x="1424609" y="169964"/>
                </a:lnTo>
                <a:lnTo>
                  <a:pt x="1375498" y="151561"/>
                </a:lnTo>
                <a:lnTo>
                  <a:pt x="1324102" y="134035"/>
                </a:lnTo>
                <a:lnTo>
                  <a:pt x="1270495" y="117436"/>
                </a:lnTo>
                <a:lnTo>
                  <a:pt x="1214767" y="101790"/>
                </a:lnTo>
                <a:lnTo>
                  <a:pt x="1156995" y="87109"/>
                </a:lnTo>
                <a:lnTo>
                  <a:pt x="1097280" y="73431"/>
                </a:lnTo>
                <a:lnTo>
                  <a:pt x="1052385" y="64096"/>
                </a:lnTo>
                <a:lnTo>
                  <a:pt x="1006754" y="55372"/>
                </a:lnTo>
                <a:lnTo>
                  <a:pt x="960399" y="47282"/>
                </a:lnTo>
                <a:lnTo>
                  <a:pt x="913396" y="39801"/>
                </a:lnTo>
                <a:lnTo>
                  <a:pt x="865784" y="32956"/>
                </a:lnTo>
                <a:lnTo>
                  <a:pt x="817587" y="26746"/>
                </a:lnTo>
                <a:lnTo>
                  <a:pt x="768883" y="21183"/>
                </a:lnTo>
                <a:lnTo>
                  <a:pt x="719683" y="16243"/>
                </a:lnTo>
                <a:lnTo>
                  <a:pt x="670064" y="11963"/>
                </a:lnTo>
                <a:lnTo>
                  <a:pt x="620052" y="8331"/>
                </a:lnTo>
                <a:lnTo>
                  <a:pt x="569696" y="5346"/>
                </a:lnTo>
                <a:lnTo>
                  <a:pt x="519036" y="3009"/>
                </a:lnTo>
                <a:lnTo>
                  <a:pt x="468134" y="1346"/>
                </a:lnTo>
                <a:lnTo>
                  <a:pt x="417029" y="342"/>
                </a:lnTo>
                <a:lnTo>
                  <a:pt x="365760" y="0"/>
                </a:lnTo>
                <a:lnTo>
                  <a:pt x="314477" y="342"/>
                </a:lnTo>
                <a:lnTo>
                  <a:pt x="263372" y="1346"/>
                </a:lnTo>
                <a:lnTo>
                  <a:pt x="212471" y="3009"/>
                </a:lnTo>
                <a:lnTo>
                  <a:pt x="161810" y="5346"/>
                </a:lnTo>
                <a:lnTo>
                  <a:pt x="111455" y="8331"/>
                </a:lnTo>
                <a:lnTo>
                  <a:pt x="61442" y="11963"/>
                </a:lnTo>
                <a:lnTo>
                  <a:pt x="11823" y="16243"/>
                </a:lnTo>
                <a:lnTo>
                  <a:pt x="355" y="17399"/>
                </a:lnTo>
                <a:lnTo>
                  <a:pt x="355" y="274675"/>
                </a:lnTo>
                <a:lnTo>
                  <a:pt x="0" y="274675"/>
                </a:lnTo>
                <a:lnTo>
                  <a:pt x="0" y="983157"/>
                </a:lnTo>
                <a:lnTo>
                  <a:pt x="355" y="983157"/>
                </a:lnTo>
                <a:lnTo>
                  <a:pt x="1258684" y="983157"/>
                </a:lnTo>
                <a:lnTo>
                  <a:pt x="4572000" y="983157"/>
                </a:lnTo>
                <a:lnTo>
                  <a:pt x="7417549" y="983157"/>
                </a:lnTo>
                <a:lnTo>
                  <a:pt x="9143632" y="983157"/>
                </a:lnTo>
                <a:lnTo>
                  <a:pt x="9143987" y="983157"/>
                </a:lnTo>
                <a:lnTo>
                  <a:pt x="9143987" y="72034"/>
                </a:lnTo>
                <a:close/>
              </a:path>
            </a:pathLst>
          </a:custGeom>
          <a:solidFill>
            <a:srgbClr val="DAE9F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6903364" y="502566"/>
            <a:ext cx="1737360" cy="1737360"/>
            <a:chOff x="6903364" y="502566"/>
            <a:chExt cx="1737360" cy="1737360"/>
          </a:xfrm>
        </p:grpSpPr>
        <p:sp>
          <p:nvSpPr>
            <p:cNvPr id="4" name="object 4"/>
            <p:cNvSpPr/>
            <p:nvPr/>
          </p:nvSpPr>
          <p:spPr>
            <a:xfrm>
              <a:off x="6903364" y="502566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59" h="1737360">
                  <a:moveTo>
                    <a:pt x="868679" y="0"/>
                  </a:moveTo>
                  <a:lnTo>
                    <a:pt x="817927" y="1474"/>
                  </a:lnTo>
                  <a:lnTo>
                    <a:pt x="767512" y="5879"/>
                  </a:lnTo>
                  <a:lnTo>
                    <a:pt x="717559" y="13185"/>
                  </a:lnTo>
                  <a:lnTo>
                    <a:pt x="668193" y="23362"/>
                  </a:lnTo>
                  <a:lnTo>
                    <a:pt x="619538" y="36380"/>
                  </a:lnTo>
                  <a:lnTo>
                    <a:pt x="571719" y="52211"/>
                  </a:lnTo>
                  <a:lnTo>
                    <a:pt x="524859" y="70824"/>
                  </a:lnTo>
                  <a:lnTo>
                    <a:pt x="479084" y="92190"/>
                  </a:lnTo>
                  <a:lnTo>
                    <a:pt x="434517" y="116281"/>
                  </a:lnTo>
                  <a:lnTo>
                    <a:pt x="391320" y="142944"/>
                  </a:lnTo>
                  <a:lnTo>
                    <a:pt x="349867" y="171996"/>
                  </a:lnTo>
                  <a:lnTo>
                    <a:pt x="310251" y="203344"/>
                  </a:lnTo>
                  <a:lnTo>
                    <a:pt x="272564" y="236898"/>
                  </a:lnTo>
                  <a:lnTo>
                    <a:pt x="236898" y="272564"/>
                  </a:lnTo>
                  <a:lnTo>
                    <a:pt x="203344" y="310251"/>
                  </a:lnTo>
                  <a:lnTo>
                    <a:pt x="171996" y="349867"/>
                  </a:lnTo>
                  <a:lnTo>
                    <a:pt x="142944" y="391320"/>
                  </a:lnTo>
                  <a:lnTo>
                    <a:pt x="116281" y="434517"/>
                  </a:lnTo>
                  <a:lnTo>
                    <a:pt x="92190" y="479084"/>
                  </a:lnTo>
                  <a:lnTo>
                    <a:pt x="70905" y="524686"/>
                  </a:lnTo>
                  <a:lnTo>
                    <a:pt x="52211" y="571719"/>
                  </a:lnTo>
                  <a:lnTo>
                    <a:pt x="36380" y="619538"/>
                  </a:lnTo>
                  <a:lnTo>
                    <a:pt x="23362" y="668193"/>
                  </a:lnTo>
                  <a:lnTo>
                    <a:pt x="13185" y="717559"/>
                  </a:lnTo>
                  <a:lnTo>
                    <a:pt x="5879" y="767512"/>
                  </a:lnTo>
                  <a:lnTo>
                    <a:pt x="1474" y="817927"/>
                  </a:lnTo>
                  <a:lnTo>
                    <a:pt x="0" y="868680"/>
                  </a:lnTo>
                  <a:lnTo>
                    <a:pt x="1474" y="919433"/>
                  </a:lnTo>
                  <a:lnTo>
                    <a:pt x="5879" y="969851"/>
                  </a:lnTo>
                  <a:lnTo>
                    <a:pt x="13185" y="1019813"/>
                  </a:lnTo>
                  <a:lnTo>
                    <a:pt x="23362" y="1069197"/>
                  </a:lnTo>
                  <a:lnTo>
                    <a:pt x="36380" y="1117882"/>
                  </a:lnTo>
                  <a:lnTo>
                    <a:pt x="52211" y="1165746"/>
                  </a:lnTo>
                  <a:lnTo>
                    <a:pt x="70824" y="1212667"/>
                  </a:lnTo>
                  <a:lnTo>
                    <a:pt x="92190" y="1258525"/>
                  </a:lnTo>
                  <a:lnTo>
                    <a:pt x="116281" y="1303197"/>
                  </a:lnTo>
                  <a:lnTo>
                    <a:pt x="142944" y="1346289"/>
                  </a:lnTo>
                  <a:lnTo>
                    <a:pt x="171996" y="1387658"/>
                  </a:lnTo>
                  <a:lnTo>
                    <a:pt x="203344" y="1427210"/>
                  </a:lnTo>
                  <a:lnTo>
                    <a:pt x="236898" y="1464852"/>
                  </a:lnTo>
                  <a:lnTo>
                    <a:pt x="272564" y="1500487"/>
                  </a:lnTo>
                  <a:lnTo>
                    <a:pt x="310251" y="1534022"/>
                  </a:lnTo>
                  <a:lnTo>
                    <a:pt x="349867" y="1565362"/>
                  </a:lnTo>
                  <a:lnTo>
                    <a:pt x="391320" y="1594412"/>
                  </a:lnTo>
                  <a:lnTo>
                    <a:pt x="434517" y="1621078"/>
                  </a:lnTo>
                  <a:lnTo>
                    <a:pt x="479084" y="1645165"/>
                  </a:lnTo>
                  <a:lnTo>
                    <a:pt x="524859" y="1666530"/>
                  </a:lnTo>
                  <a:lnTo>
                    <a:pt x="571719" y="1685143"/>
                  </a:lnTo>
                  <a:lnTo>
                    <a:pt x="619538" y="1700974"/>
                  </a:lnTo>
                  <a:lnTo>
                    <a:pt x="668193" y="1713993"/>
                  </a:lnTo>
                  <a:lnTo>
                    <a:pt x="717559" y="1724171"/>
                  </a:lnTo>
                  <a:lnTo>
                    <a:pt x="767512" y="1731478"/>
                  </a:lnTo>
                  <a:lnTo>
                    <a:pt x="817927" y="1735884"/>
                  </a:lnTo>
                  <a:lnTo>
                    <a:pt x="868679" y="1737360"/>
                  </a:lnTo>
                  <a:lnTo>
                    <a:pt x="919433" y="1735884"/>
                  </a:lnTo>
                  <a:lnTo>
                    <a:pt x="969851" y="1731478"/>
                  </a:lnTo>
                  <a:lnTo>
                    <a:pt x="1019813" y="1724171"/>
                  </a:lnTo>
                  <a:lnTo>
                    <a:pt x="1069197" y="1713993"/>
                  </a:lnTo>
                  <a:lnTo>
                    <a:pt x="1117882" y="1700974"/>
                  </a:lnTo>
                  <a:lnTo>
                    <a:pt x="1165746" y="1685143"/>
                  </a:lnTo>
                  <a:lnTo>
                    <a:pt x="1212667" y="1666530"/>
                  </a:lnTo>
                  <a:lnTo>
                    <a:pt x="1258525" y="1645165"/>
                  </a:lnTo>
                  <a:lnTo>
                    <a:pt x="1303197" y="1621078"/>
                  </a:lnTo>
                  <a:lnTo>
                    <a:pt x="1346289" y="1594412"/>
                  </a:lnTo>
                  <a:lnTo>
                    <a:pt x="1387658" y="1565362"/>
                  </a:lnTo>
                  <a:lnTo>
                    <a:pt x="1427210" y="1534022"/>
                  </a:lnTo>
                  <a:lnTo>
                    <a:pt x="1464852" y="1500487"/>
                  </a:lnTo>
                  <a:lnTo>
                    <a:pt x="1500487" y="1464852"/>
                  </a:lnTo>
                  <a:lnTo>
                    <a:pt x="1534022" y="1427210"/>
                  </a:lnTo>
                  <a:lnTo>
                    <a:pt x="1565362" y="1387658"/>
                  </a:lnTo>
                  <a:lnTo>
                    <a:pt x="1594412" y="1346289"/>
                  </a:lnTo>
                  <a:lnTo>
                    <a:pt x="1621078" y="1303197"/>
                  </a:lnTo>
                  <a:lnTo>
                    <a:pt x="1645165" y="1258525"/>
                  </a:lnTo>
                  <a:lnTo>
                    <a:pt x="1666530" y="1212667"/>
                  </a:lnTo>
                  <a:lnTo>
                    <a:pt x="1685143" y="1165746"/>
                  </a:lnTo>
                  <a:lnTo>
                    <a:pt x="1700974" y="1117882"/>
                  </a:lnTo>
                  <a:lnTo>
                    <a:pt x="1713993" y="1069197"/>
                  </a:lnTo>
                  <a:lnTo>
                    <a:pt x="1724171" y="1019813"/>
                  </a:lnTo>
                  <a:lnTo>
                    <a:pt x="1731478" y="969851"/>
                  </a:lnTo>
                  <a:lnTo>
                    <a:pt x="1735884" y="919433"/>
                  </a:lnTo>
                  <a:lnTo>
                    <a:pt x="1737359" y="868680"/>
                  </a:lnTo>
                  <a:lnTo>
                    <a:pt x="1735884" y="817927"/>
                  </a:lnTo>
                  <a:lnTo>
                    <a:pt x="1731479" y="767512"/>
                  </a:lnTo>
                  <a:lnTo>
                    <a:pt x="1724173" y="717559"/>
                  </a:lnTo>
                  <a:lnTo>
                    <a:pt x="1714000" y="668193"/>
                  </a:lnTo>
                  <a:lnTo>
                    <a:pt x="1700991" y="619538"/>
                  </a:lnTo>
                  <a:lnTo>
                    <a:pt x="1685179" y="571719"/>
                  </a:lnTo>
                  <a:lnTo>
                    <a:pt x="1666599" y="524859"/>
                  </a:lnTo>
                  <a:lnTo>
                    <a:pt x="1645286" y="479084"/>
                  </a:lnTo>
                  <a:lnTo>
                    <a:pt x="1621078" y="434149"/>
                  </a:lnTo>
                  <a:lnTo>
                    <a:pt x="1594412" y="391061"/>
                  </a:lnTo>
                  <a:lnTo>
                    <a:pt x="1565484" y="349867"/>
                  </a:lnTo>
                  <a:lnTo>
                    <a:pt x="1534109" y="310251"/>
                  </a:lnTo>
                  <a:lnTo>
                    <a:pt x="1500543" y="272564"/>
                  </a:lnTo>
                  <a:lnTo>
                    <a:pt x="1464884" y="236898"/>
                  </a:lnTo>
                  <a:lnTo>
                    <a:pt x="1427226" y="203344"/>
                  </a:lnTo>
                  <a:lnTo>
                    <a:pt x="1387663" y="171996"/>
                  </a:lnTo>
                  <a:lnTo>
                    <a:pt x="1346289" y="142944"/>
                  </a:lnTo>
                  <a:lnTo>
                    <a:pt x="1303197" y="116281"/>
                  </a:lnTo>
                  <a:lnTo>
                    <a:pt x="1258525" y="92190"/>
                  </a:lnTo>
                  <a:lnTo>
                    <a:pt x="1212667" y="70824"/>
                  </a:lnTo>
                  <a:lnTo>
                    <a:pt x="1165746" y="52211"/>
                  </a:lnTo>
                  <a:lnTo>
                    <a:pt x="1117882" y="36380"/>
                  </a:lnTo>
                  <a:lnTo>
                    <a:pt x="1069197" y="23362"/>
                  </a:lnTo>
                  <a:lnTo>
                    <a:pt x="1019813" y="13185"/>
                  </a:lnTo>
                  <a:lnTo>
                    <a:pt x="969851" y="5879"/>
                  </a:lnTo>
                  <a:lnTo>
                    <a:pt x="919433" y="1474"/>
                  </a:lnTo>
                  <a:lnTo>
                    <a:pt x="868679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5200" y="914033"/>
              <a:ext cx="914044" cy="914044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27024" y="1281456"/>
            <a:ext cx="5659120" cy="1284605"/>
          </a:xfrm>
          <a:prstGeom prst="rect"/>
        </p:spPr>
        <p:txBody>
          <a:bodyPr wrap="square" lIns="0" tIns="241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dirty="0" sz="4000" spc="-325"/>
              <a:t>PYTHON</a:t>
            </a:r>
            <a:r>
              <a:rPr dirty="0" sz="4000" spc="-130"/>
              <a:t> </a:t>
            </a:r>
            <a:r>
              <a:rPr dirty="0" sz="4000" spc="-409"/>
              <a:t>PROGRAMMING</a:t>
            </a:r>
            <a:endParaRPr sz="4000"/>
          </a:p>
          <a:p>
            <a:pPr marL="30480">
              <a:lnSpc>
                <a:spcPct val="100000"/>
              </a:lnSpc>
              <a:spcBef>
                <a:spcPts val="905"/>
              </a:spcBef>
            </a:pPr>
            <a:r>
              <a:rPr dirty="0" sz="2000" spc="-10" b="0">
                <a:solidFill>
                  <a:srgbClr val="2462EA"/>
                </a:solidFill>
                <a:latin typeface="Calibri"/>
                <a:cs typeface="Calibri"/>
              </a:rPr>
              <a:t>Introduction,</a:t>
            </a:r>
            <a:r>
              <a:rPr dirty="0" sz="2000" spc="-30" b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dirty="0" sz="2000" spc="-20" b="0">
                <a:solidFill>
                  <a:srgbClr val="2462EA"/>
                </a:solidFill>
                <a:latin typeface="Calibri"/>
                <a:cs typeface="Calibri"/>
              </a:rPr>
              <a:t>History,</a:t>
            </a:r>
            <a:r>
              <a:rPr dirty="0" sz="2000" spc="-40" b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dirty="0" sz="2000" b="0">
                <a:solidFill>
                  <a:srgbClr val="2462EA"/>
                </a:solidFill>
                <a:latin typeface="Calibri"/>
                <a:cs typeface="Calibri"/>
              </a:rPr>
              <a:t>Functions</a:t>
            </a:r>
            <a:r>
              <a:rPr dirty="0" sz="2000" spc="-40" b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dirty="0" sz="2000" b="0">
                <a:solidFill>
                  <a:srgbClr val="2462EA"/>
                </a:solidFill>
                <a:latin typeface="Calibri"/>
                <a:cs typeface="Calibri"/>
              </a:rPr>
              <a:t>&amp;</a:t>
            </a:r>
            <a:r>
              <a:rPr dirty="0" sz="2000" spc="-40" b="0">
                <a:solidFill>
                  <a:srgbClr val="2462EA"/>
                </a:solidFill>
                <a:latin typeface="Calibri"/>
                <a:cs typeface="Calibri"/>
              </a:rPr>
              <a:t> </a:t>
            </a:r>
            <a:r>
              <a:rPr dirty="0" sz="2000" spc="-10" b="0">
                <a:solidFill>
                  <a:srgbClr val="2462EA"/>
                </a:solidFill>
                <a:latin typeface="Calibri"/>
                <a:cs typeface="Calibri"/>
              </a:rPr>
              <a:t>Modules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8444" y="2742846"/>
            <a:ext cx="502920" cy="36830"/>
          </a:xfrm>
          <a:custGeom>
            <a:avLst/>
            <a:gdLst/>
            <a:ahLst/>
            <a:cxnLst/>
            <a:rect l="l" t="t" r="r" b="b"/>
            <a:pathLst>
              <a:path w="502919" h="36830">
                <a:moveTo>
                  <a:pt x="502551" y="0"/>
                </a:moveTo>
                <a:lnTo>
                  <a:pt x="0" y="0"/>
                </a:lnTo>
                <a:lnTo>
                  <a:pt x="0" y="36360"/>
                </a:lnTo>
                <a:lnTo>
                  <a:pt x="251269" y="36360"/>
                </a:lnTo>
                <a:lnTo>
                  <a:pt x="502551" y="36360"/>
                </a:lnTo>
                <a:lnTo>
                  <a:pt x="502551" y="0"/>
                </a:lnTo>
                <a:close/>
              </a:path>
            </a:pathLst>
          </a:custGeom>
          <a:solidFill>
            <a:srgbClr val="F9CC1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45375" y="3228667"/>
            <a:ext cx="2332990" cy="857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9900"/>
              </a:lnSpc>
              <a:spcBef>
                <a:spcPts val="100"/>
              </a:spcBef>
            </a:pPr>
            <a:r>
              <a:rPr dirty="0" sz="1400" b="1">
                <a:solidFill>
                  <a:srgbClr val="364050"/>
                </a:solidFill>
                <a:latin typeface="Calibri"/>
                <a:cs typeface="Calibri"/>
              </a:rPr>
              <a:t>Prepared</a:t>
            </a:r>
            <a:r>
              <a:rPr dirty="0" sz="1400" spc="-55" b="1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364050"/>
                </a:solidFill>
                <a:latin typeface="Calibri"/>
                <a:cs typeface="Calibri"/>
              </a:rPr>
              <a:t>by:</a:t>
            </a:r>
            <a:r>
              <a:rPr dirty="0" sz="1400" spc="-40" b="1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64050"/>
                </a:solidFill>
                <a:latin typeface="Calibri"/>
                <a:cs typeface="Calibri"/>
              </a:rPr>
              <a:t>Kanak</a:t>
            </a:r>
            <a:r>
              <a:rPr dirty="0" sz="1400" spc="-45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364050"/>
                </a:solidFill>
                <a:latin typeface="Calibri"/>
                <a:cs typeface="Calibri"/>
              </a:rPr>
              <a:t>Chaudhary </a:t>
            </a:r>
            <a:r>
              <a:rPr dirty="0" sz="1400">
                <a:solidFill>
                  <a:srgbClr val="63738A"/>
                </a:solidFill>
                <a:latin typeface="Calibri"/>
                <a:cs typeface="Calibri"/>
              </a:rPr>
              <a:t>Python</a:t>
            </a:r>
            <a:r>
              <a:rPr dirty="0" sz="1400" spc="-1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38A"/>
                </a:solidFill>
                <a:latin typeface="Calibri"/>
                <a:cs typeface="Calibri"/>
              </a:rPr>
              <a:t>Programming</a:t>
            </a:r>
            <a:r>
              <a:rPr dirty="0" sz="140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63738A"/>
                </a:solidFill>
                <a:latin typeface="Calibri"/>
                <a:cs typeface="Calibri"/>
              </a:rPr>
              <a:t>Internship </a:t>
            </a:r>
            <a:r>
              <a:rPr dirty="0" sz="1400" spc="-10" b="1">
                <a:solidFill>
                  <a:srgbClr val="63738A"/>
                </a:solidFill>
                <a:latin typeface="Calibri"/>
                <a:cs typeface="Calibri"/>
              </a:rPr>
              <a:t>VaultofCode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VaultofCode</a:t>
            </a:r>
            <a:r>
              <a:rPr dirty="0" spc="15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Python</a:t>
            </a:r>
            <a:r>
              <a:rPr dirty="0" spc="-15"/>
              <a:t> </a:t>
            </a:r>
            <a:r>
              <a:rPr dirty="0" spc="-10"/>
              <a:t>Programming</a:t>
            </a:r>
            <a:r>
              <a:rPr dirty="0" spc="-15"/>
              <a:t> </a:t>
            </a:r>
            <a:r>
              <a:rPr dirty="0" spc="-10"/>
              <a:t>Internship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0"/>
              <a:t>Introduction</a:t>
            </a:r>
            <a:r>
              <a:rPr dirty="0" spc="-60"/>
              <a:t> </a:t>
            </a:r>
            <a:r>
              <a:rPr dirty="0" spc="60"/>
              <a:t>to</a:t>
            </a:r>
            <a:r>
              <a:rPr dirty="0" spc="-60"/>
              <a:t> </a:t>
            </a:r>
            <a:r>
              <a:rPr dirty="0" spc="50"/>
              <a:t>Python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400"/>
              <a:t>Python</a:t>
            </a:r>
            <a:r>
              <a:rPr dirty="0" sz="1400" spc="-40"/>
              <a:t> </a:t>
            </a:r>
            <a:r>
              <a:rPr dirty="0" sz="1400"/>
              <a:t>is</a:t>
            </a:r>
            <a:r>
              <a:rPr dirty="0" sz="1400" spc="-20"/>
              <a:t> </a:t>
            </a:r>
            <a:r>
              <a:rPr dirty="0" sz="1400"/>
              <a:t>a</a:t>
            </a:r>
            <a:r>
              <a:rPr dirty="0" sz="1400" spc="-30"/>
              <a:t> </a:t>
            </a:r>
            <a:r>
              <a:rPr dirty="0" sz="1400" spc="-10"/>
              <a:t>high-</a:t>
            </a:r>
            <a:r>
              <a:rPr dirty="0" sz="1400"/>
              <a:t>level,</a:t>
            </a:r>
            <a:r>
              <a:rPr dirty="0" sz="1400" spc="-30"/>
              <a:t> </a:t>
            </a:r>
            <a:r>
              <a:rPr dirty="0" sz="1400" spc="-10"/>
              <a:t>interpreted,</a:t>
            </a:r>
            <a:r>
              <a:rPr dirty="0" sz="1400" spc="-30"/>
              <a:t> </a:t>
            </a:r>
            <a:r>
              <a:rPr dirty="0" sz="1400"/>
              <a:t>and</a:t>
            </a:r>
            <a:r>
              <a:rPr dirty="0" sz="1400" spc="-25"/>
              <a:t> </a:t>
            </a:r>
            <a:r>
              <a:rPr dirty="0" sz="1400" spc="-20"/>
              <a:t>object-</a:t>
            </a:r>
            <a:r>
              <a:rPr dirty="0" sz="1400"/>
              <a:t>oriented</a:t>
            </a:r>
            <a:r>
              <a:rPr dirty="0" sz="1400" spc="-20"/>
              <a:t> </a:t>
            </a:r>
            <a:r>
              <a:rPr dirty="0" sz="1400" spc="-10"/>
              <a:t>programming language</a:t>
            </a:r>
            <a:r>
              <a:rPr dirty="0" sz="1400" spc="-40"/>
              <a:t> </a:t>
            </a:r>
            <a:r>
              <a:rPr dirty="0" sz="1400"/>
              <a:t>known</a:t>
            </a:r>
            <a:r>
              <a:rPr dirty="0" sz="1400" spc="-15"/>
              <a:t> </a:t>
            </a:r>
            <a:r>
              <a:rPr dirty="0" sz="1400"/>
              <a:t>for</a:t>
            </a:r>
            <a:r>
              <a:rPr dirty="0" sz="1400" spc="-25"/>
              <a:t> </a:t>
            </a:r>
            <a:r>
              <a:rPr dirty="0" sz="1400"/>
              <a:t>its</a:t>
            </a:r>
            <a:r>
              <a:rPr dirty="0" sz="1400" spc="-20"/>
              <a:t> </a:t>
            </a:r>
            <a:r>
              <a:rPr dirty="0" sz="1400"/>
              <a:t>simple</a:t>
            </a:r>
            <a:r>
              <a:rPr dirty="0" sz="1400" spc="-25"/>
              <a:t> </a:t>
            </a:r>
            <a:r>
              <a:rPr dirty="0" sz="1400" spc="-10"/>
              <a:t>syntax</a:t>
            </a:r>
            <a:r>
              <a:rPr dirty="0" sz="1400" spc="-25"/>
              <a:t> </a:t>
            </a:r>
            <a:r>
              <a:rPr dirty="0" sz="1400"/>
              <a:t>and</a:t>
            </a:r>
            <a:r>
              <a:rPr dirty="0" sz="1400" spc="-25"/>
              <a:t> </a:t>
            </a:r>
            <a:r>
              <a:rPr dirty="0" sz="1400" spc="-20"/>
              <a:t>readability.</a:t>
            </a:r>
            <a:r>
              <a:rPr dirty="0" sz="1400" spc="-15"/>
              <a:t> </a:t>
            </a:r>
            <a:r>
              <a:rPr dirty="0" sz="1400"/>
              <a:t>It</a:t>
            </a:r>
            <a:r>
              <a:rPr dirty="0" sz="1400" spc="-20"/>
              <a:t> </a:t>
            </a:r>
            <a:r>
              <a:rPr dirty="0" sz="1400"/>
              <a:t>is</a:t>
            </a:r>
            <a:r>
              <a:rPr dirty="0" sz="1400" spc="-20"/>
              <a:t> </a:t>
            </a:r>
            <a:r>
              <a:rPr dirty="0" sz="1400"/>
              <a:t>widely</a:t>
            </a:r>
            <a:r>
              <a:rPr dirty="0" sz="1400" spc="-10"/>
              <a:t> </a:t>
            </a:r>
            <a:r>
              <a:rPr dirty="0" sz="1400" spc="-20"/>
              <a:t>used </a:t>
            </a:r>
            <a:r>
              <a:rPr dirty="0" sz="1400"/>
              <a:t>in</a:t>
            </a:r>
            <a:r>
              <a:rPr dirty="0" sz="1400" spc="-5"/>
              <a:t> </a:t>
            </a:r>
            <a:r>
              <a:rPr dirty="0" sz="1400"/>
              <a:t>web</a:t>
            </a:r>
            <a:r>
              <a:rPr dirty="0" sz="1400" spc="-5"/>
              <a:t> </a:t>
            </a:r>
            <a:r>
              <a:rPr dirty="0" sz="1400" spc="-10"/>
              <a:t>development, automation,</a:t>
            </a:r>
            <a:r>
              <a:rPr dirty="0" sz="1400" spc="-5"/>
              <a:t> </a:t>
            </a:r>
            <a:r>
              <a:rPr dirty="0" sz="1400" spc="-10"/>
              <a:t>artificial intelligence,</a:t>
            </a:r>
            <a:r>
              <a:rPr dirty="0" sz="1400" spc="-15"/>
              <a:t> </a:t>
            </a:r>
            <a:r>
              <a:rPr dirty="0" sz="1400"/>
              <a:t>and</a:t>
            </a:r>
            <a:r>
              <a:rPr dirty="0" sz="1400" spc="-5"/>
              <a:t> </a:t>
            </a:r>
            <a:r>
              <a:rPr dirty="0" sz="1400" spc="-20"/>
              <a:t>data </a:t>
            </a:r>
            <a:r>
              <a:rPr dirty="0" sz="1400" spc="-10"/>
              <a:t>science.</a:t>
            </a:r>
            <a:endParaRPr sz="1400"/>
          </a:p>
        </p:txBody>
      </p:sp>
      <p:grpSp>
        <p:nvGrpSpPr>
          <p:cNvPr id="4" name="object 4"/>
          <p:cNvGrpSpPr/>
          <p:nvPr/>
        </p:nvGrpSpPr>
        <p:grpSpPr>
          <a:xfrm>
            <a:off x="5776556" y="838786"/>
            <a:ext cx="3038475" cy="1940560"/>
            <a:chOff x="5776556" y="838786"/>
            <a:chExt cx="3038475" cy="19405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6556" y="838786"/>
              <a:ext cx="3038043" cy="194042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851435" y="913678"/>
              <a:ext cx="2835275" cy="1737995"/>
            </a:xfrm>
            <a:custGeom>
              <a:avLst/>
              <a:gdLst/>
              <a:ahLst/>
              <a:cxnLst/>
              <a:rect l="l" t="t" r="r" b="b"/>
              <a:pathLst>
                <a:path w="2835275" h="173799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627924"/>
                  </a:lnTo>
                  <a:lnTo>
                    <a:pt x="939" y="1642354"/>
                  </a:lnTo>
                  <a:lnTo>
                    <a:pt x="14770" y="1683004"/>
                  </a:lnTo>
                  <a:lnTo>
                    <a:pt x="22686" y="1694717"/>
                  </a:lnTo>
                  <a:lnTo>
                    <a:pt x="22788" y="1694867"/>
                  </a:lnTo>
                  <a:lnTo>
                    <a:pt x="55079" y="1722958"/>
                  </a:lnTo>
                  <a:lnTo>
                    <a:pt x="95379" y="1736788"/>
                  </a:lnTo>
                  <a:lnTo>
                    <a:pt x="109804" y="1737728"/>
                  </a:lnTo>
                  <a:lnTo>
                    <a:pt x="2725204" y="1737728"/>
                  </a:lnTo>
                  <a:lnTo>
                    <a:pt x="2767275" y="1729370"/>
                  </a:lnTo>
                  <a:lnTo>
                    <a:pt x="2802777" y="1705548"/>
                  </a:lnTo>
                  <a:lnTo>
                    <a:pt x="2826574" y="1669995"/>
                  </a:lnTo>
                  <a:lnTo>
                    <a:pt x="2826650" y="1669845"/>
                  </a:lnTo>
                  <a:lnTo>
                    <a:pt x="2831256" y="1656411"/>
                  </a:lnTo>
                  <a:lnTo>
                    <a:pt x="2834067" y="1642354"/>
                  </a:lnTo>
                  <a:lnTo>
                    <a:pt x="2835008" y="1627924"/>
                  </a:lnTo>
                  <a:lnTo>
                    <a:pt x="2834985" y="109804"/>
                  </a:lnTo>
                  <a:lnTo>
                    <a:pt x="2826650" y="68095"/>
                  </a:lnTo>
                  <a:lnTo>
                    <a:pt x="2802783" y="32535"/>
                  </a:lnTo>
                  <a:lnTo>
                    <a:pt x="2767125" y="8721"/>
                  </a:lnTo>
                  <a:lnTo>
                    <a:pt x="272520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03719" y="1279793"/>
              <a:ext cx="822604" cy="82260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517703" y="2234782"/>
            <a:ext cx="14998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80" i="1">
                <a:solidFill>
                  <a:srgbClr val="1D3FAE"/>
                </a:solidFill>
                <a:latin typeface="Trebuchet MS"/>
                <a:cs typeface="Trebuchet MS"/>
              </a:rPr>
              <a:t>Simple.</a:t>
            </a:r>
            <a:r>
              <a:rPr dirty="0" sz="1100" spc="-30" i="1">
                <a:solidFill>
                  <a:srgbClr val="1D3FAE"/>
                </a:solidFill>
                <a:latin typeface="Trebuchet MS"/>
                <a:cs typeface="Trebuchet MS"/>
              </a:rPr>
              <a:t> </a:t>
            </a:r>
            <a:r>
              <a:rPr dirty="0" sz="1100" spc="-80" i="1">
                <a:solidFill>
                  <a:srgbClr val="1D3FAE"/>
                </a:solidFill>
                <a:latin typeface="Trebuchet MS"/>
                <a:cs typeface="Trebuchet MS"/>
              </a:rPr>
              <a:t>Powerful.</a:t>
            </a:r>
            <a:r>
              <a:rPr dirty="0" sz="1100" spc="-30" i="1">
                <a:solidFill>
                  <a:srgbClr val="1D3FAE"/>
                </a:solidFill>
                <a:latin typeface="Trebuchet MS"/>
                <a:cs typeface="Trebuchet MS"/>
              </a:rPr>
              <a:t> </a:t>
            </a:r>
            <a:r>
              <a:rPr dirty="0" sz="1100" spc="-65" i="1">
                <a:solidFill>
                  <a:srgbClr val="1D3FAE"/>
                </a:solidFill>
                <a:latin typeface="Trebuchet MS"/>
                <a:cs typeface="Trebuchet MS"/>
              </a:rPr>
              <a:t>Popular.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4144" y="2562392"/>
            <a:ext cx="11982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 b="1">
                <a:solidFill>
                  <a:srgbClr val="2462EA"/>
                </a:solidFill>
                <a:latin typeface="Times New Roman"/>
                <a:cs typeface="Times New Roman"/>
              </a:rPr>
              <a:t>Key</a:t>
            </a:r>
            <a:r>
              <a:rPr dirty="0" sz="1600" spc="-50" b="1">
                <a:solidFill>
                  <a:srgbClr val="2462EA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2462EA"/>
                </a:solidFill>
                <a:latin typeface="Times New Roman"/>
                <a:cs typeface="Times New Roman"/>
              </a:rPr>
              <a:t>Features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1965" y="2896910"/>
            <a:ext cx="2854960" cy="824865"/>
            <a:chOff x="381965" y="2896910"/>
            <a:chExt cx="2854960" cy="82486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965" y="2896910"/>
              <a:ext cx="2854794" cy="82440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56844" y="2971802"/>
              <a:ext cx="2651760" cy="622300"/>
            </a:xfrm>
            <a:custGeom>
              <a:avLst/>
              <a:gdLst/>
              <a:ahLst/>
              <a:cxnLst/>
              <a:rect l="l" t="t" r="r" b="b"/>
              <a:pathLst>
                <a:path w="2651760" h="622300">
                  <a:moveTo>
                    <a:pt x="25783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548640"/>
                  </a:lnTo>
                  <a:lnTo>
                    <a:pt x="594" y="557916"/>
                  </a:lnTo>
                  <a:lnTo>
                    <a:pt x="607" y="558118"/>
                  </a:lnTo>
                  <a:lnTo>
                    <a:pt x="2393" y="567313"/>
                  </a:lnTo>
                  <a:lnTo>
                    <a:pt x="2428" y="567496"/>
                  </a:lnTo>
                  <a:lnTo>
                    <a:pt x="5410" y="576375"/>
                  </a:lnTo>
                  <a:lnTo>
                    <a:pt x="36360" y="612000"/>
                  </a:lnTo>
                  <a:lnTo>
                    <a:pt x="73075" y="621715"/>
                  </a:lnTo>
                  <a:lnTo>
                    <a:pt x="2578671" y="621360"/>
                  </a:lnTo>
                  <a:lnTo>
                    <a:pt x="2623049" y="606261"/>
                  </a:lnTo>
                  <a:lnTo>
                    <a:pt x="2649268" y="567496"/>
                  </a:lnTo>
                  <a:lnTo>
                    <a:pt x="2649329" y="567313"/>
                  </a:lnTo>
                  <a:lnTo>
                    <a:pt x="2651113" y="558118"/>
                  </a:lnTo>
                  <a:lnTo>
                    <a:pt x="2651152" y="557916"/>
                  </a:lnTo>
                  <a:lnTo>
                    <a:pt x="2651737" y="548640"/>
                  </a:lnTo>
                  <a:lnTo>
                    <a:pt x="2651391" y="73075"/>
                  </a:lnTo>
                  <a:lnTo>
                    <a:pt x="2636300" y="28705"/>
                  </a:lnTo>
                  <a:lnTo>
                    <a:pt x="2597350" y="2428"/>
                  </a:lnTo>
                  <a:lnTo>
                    <a:pt x="2587949" y="607"/>
                  </a:lnTo>
                  <a:lnTo>
                    <a:pt x="25783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360" y="3135962"/>
              <a:ext cx="292315" cy="29231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74775" y="3178342"/>
            <a:ext cx="8388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64050"/>
                </a:solidFill>
                <a:latin typeface="Calibri"/>
                <a:cs typeface="Calibri"/>
              </a:rPr>
              <a:t>Easy</a:t>
            </a:r>
            <a:r>
              <a:rPr dirty="0" sz="1200" spc="-50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64050"/>
                </a:solidFill>
                <a:latin typeface="Calibri"/>
                <a:cs typeface="Calibri"/>
              </a:rPr>
              <a:t>to</a:t>
            </a:r>
            <a:r>
              <a:rPr dirty="0" sz="1200" spc="-40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64050"/>
                </a:solidFill>
                <a:latin typeface="Calibri"/>
                <a:cs typeface="Calibri"/>
              </a:rPr>
              <a:t>Learn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170885" y="2896910"/>
            <a:ext cx="2854960" cy="824865"/>
            <a:chOff x="3170885" y="2896910"/>
            <a:chExt cx="2854960" cy="824865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70885" y="2896910"/>
              <a:ext cx="2854794" cy="82440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245764" y="2971802"/>
              <a:ext cx="2651760" cy="622300"/>
            </a:xfrm>
            <a:custGeom>
              <a:avLst/>
              <a:gdLst/>
              <a:ahLst/>
              <a:cxnLst/>
              <a:rect l="l" t="t" r="r" b="b"/>
              <a:pathLst>
                <a:path w="2651760" h="622300">
                  <a:moveTo>
                    <a:pt x="25783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548640"/>
                  </a:lnTo>
                  <a:lnTo>
                    <a:pt x="594" y="557916"/>
                  </a:lnTo>
                  <a:lnTo>
                    <a:pt x="607" y="558118"/>
                  </a:lnTo>
                  <a:lnTo>
                    <a:pt x="2393" y="567313"/>
                  </a:lnTo>
                  <a:lnTo>
                    <a:pt x="2428" y="567496"/>
                  </a:lnTo>
                  <a:lnTo>
                    <a:pt x="28548" y="606618"/>
                  </a:lnTo>
                  <a:lnTo>
                    <a:pt x="73075" y="621715"/>
                  </a:lnTo>
                  <a:lnTo>
                    <a:pt x="2578671" y="621360"/>
                  </a:lnTo>
                  <a:lnTo>
                    <a:pt x="2623049" y="606261"/>
                  </a:lnTo>
                  <a:lnTo>
                    <a:pt x="2649268" y="567496"/>
                  </a:lnTo>
                  <a:lnTo>
                    <a:pt x="2649329" y="567313"/>
                  </a:lnTo>
                  <a:lnTo>
                    <a:pt x="2651113" y="558118"/>
                  </a:lnTo>
                  <a:lnTo>
                    <a:pt x="2651152" y="557916"/>
                  </a:lnTo>
                  <a:lnTo>
                    <a:pt x="2651737" y="548640"/>
                  </a:lnTo>
                  <a:lnTo>
                    <a:pt x="2651391" y="73075"/>
                  </a:lnTo>
                  <a:lnTo>
                    <a:pt x="2636300" y="28705"/>
                  </a:lnTo>
                  <a:lnTo>
                    <a:pt x="2597350" y="2428"/>
                  </a:lnTo>
                  <a:lnTo>
                    <a:pt x="2587949" y="607"/>
                  </a:lnTo>
                  <a:lnTo>
                    <a:pt x="25783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83279" y="3135962"/>
              <a:ext cx="292315" cy="292315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763695" y="3178342"/>
            <a:ext cx="802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64050"/>
                </a:solidFill>
                <a:latin typeface="Calibri"/>
                <a:cs typeface="Calibri"/>
              </a:rPr>
              <a:t>Easy</a:t>
            </a:r>
            <a:r>
              <a:rPr dirty="0" sz="1200" spc="-50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364050"/>
                </a:solidFill>
                <a:latin typeface="Calibri"/>
                <a:cs typeface="Calibri"/>
              </a:rPr>
              <a:t>to</a:t>
            </a:r>
            <a:r>
              <a:rPr dirty="0" sz="1200" spc="-40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364050"/>
                </a:solidFill>
                <a:latin typeface="Calibri"/>
                <a:cs typeface="Calibri"/>
              </a:rPr>
              <a:t>Read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959805" y="2896910"/>
            <a:ext cx="2854960" cy="824865"/>
            <a:chOff x="5959805" y="2896910"/>
            <a:chExt cx="2854960" cy="824865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9805" y="2896910"/>
              <a:ext cx="2854794" cy="82440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034684" y="2971802"/>
              <a:ext cx="2651760" cy="622300"/>
            </a:xfrm>
            <a:custGeom>
              <a:avLst/>
              <a:gdLst/>
              <a:ahLst/>
              <a:cxnLst/>
              <a:rect l="l" t="t" r="r" b="b"/>
              <a:pathLst>
                <a:path w="2651759" h="622300">
                  <a:moveTo>
                    <a:pt x="25783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548640"/>
                  </a:lnTo>
                  <a:lnTo>
                    <a:pt x="594" y="557916"/>
                  </a:lnTo>
                  <a:lnTo>
                    <a:pt x="607" y="558118"/>
                  </a:lnTo>
                  <a:lnTo>
                    <a:pt x="2393" y="567313"/>
                  </a:lnTo>
                  <a:lnTo>
                    <a:pt x="2428" y="567496"/>
                  </a:lnTo>
                  <a:lnTo>
                    <a:pt x="5410" y="576375"/>
                  </a:lnTo>
                  <a:lnTo>
                    <a:pt x="36360" y="612000"/>
                  </a:lnTo>
                  <a:lnTo>
                    <a:pt x="73075" y="621715"/>
                  </a:lnTo>
                  <a:lnTo>
                    <a:pt x="2578671" y="621360"/>
                  </a:lnTo>
                  <a:lnTo>
                    <a:pt x="2623049" y="606261"/>
                  </a:lnTo>
                  <a:lnTo>
                    <a:pt x="2646210" y="576536"/>
                  </a:lnTo>
                  <a:lnTo>
                    <a:pt x="2646289" y="576375"/>
                  </a:lnTo>
                  <a:lnTo>
                    <a:pt x="2649268" y="567496"/>
                  </a:lnTo>
                  <a:lnTo>
                    <a:pt x="2649329" y="567313"/>
                  </a:lnTo>
                  <a:lnTo>
                    <a:pt x="2651113" y="558118"/>
                  </a:lnTo>
                  <a:lnTo>
                    <a:pt x="2651152" y="557916"/>
                  </a:lnTo>
                  <a:lnTo>
                    <a:pt x="2651737" y="548640"/>
                  </a:lnTo>
                  <a:lnTo>
                    <a:pt x="2651759" y="548284"/>
                  </a:lnTo>
                  <a:lnTo>
                    <a:pt x="2651391" y="73075"/>
                  </a:lnTo>
                  <a:lnTo>
                    <a:pt x="2636300" y="28705"/>
                  </a:lnTo>
                  <a:lnTo>
                    <a:pt x="2597350" y="2428"/>
                  </a:lnTo>
                  <a:lnTo>
                    <a:pt x="2587949" y="607"/>
                  </a:lnTo>
                  <a:lnTo>
                    <a:pt x="25783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2200" y="3135962"/>
              <a:ext cx="292315" cy="292315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552615" y="3178342"/>
            <a:ext cx="8166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64050"/>
                </a:solidFill>
                <a:latin typeface="Calibri"/>
                <a:cs typeface="Calibri"/>
              </a:rPr>
              <a:t>Open</a:t>
            </a:r>
            <a:r>
              <a:rPr dirty="0" sz="1200" spc="-30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64050"/>
                </a:solidFill>
                <a:latin typeface="Calibri"/>
                <a:cs typeface="Calibri"/>
              </a:rPr>
              <a:t>Source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81965" y="3655785"/>
            <a:ext cx="2854960" cy="824865"/>
            <a:chOff x="381965" y="3655785"/>
            <a:chExt cx="2854960" cy="824865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965" y="3655785"/>
              <a:ext cx="2854794" cy="82442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56844" y="3730677"/>
              <a:ext cx="2651760" cy="622300"/>
            </a:xfrm>
            <a:custGeom>
              <a:avLst/>
              <a:gdLst/>
              <a:ahLst/>
              <a:cxnLst/>
              <a:rect l="l" t="t" r="r" b="b"/>
              <a:pathLst>
                <a:path w="2651760" h="622300">
                  <a:moveTo>
                    <a:pt x="25783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548639"/>
                  </a:lnTo>
                  <a:lnTo>
                    <a:pt x="594" y="557918"/>
                  </a:lnTo>
                  <a:lnTo>
                    <a:pt x="607" y="558118"/>
                  </a:lnTo>
                  <a:lnTo>
                    <a:pt x="2394" y="567318"/>
                  </a:lnTo>
                  <a:lnTo>
                    <a:pt x="2428" y="567496"/>
                  </a:lnTo>
                  <a:lnTo>
                    <a:pt x="28548" y="606618"/>
                  </a:lnTo>
                  <a:lnTo>
                    <a:pt x="73075" y="621728"/>
                  </a:lnTo>
                  <a:lnTo>
                    <a:pt x="2578671" y="621360"/>
                  </a:lnTo>
                  <a:lnTo>
                    <a:pt x="2623049" y="606268"/>
                  </a:lnTo>
                  <a:lnTo>
                    <a:pt x="2649269" y="567496"/>
                  </a:lnTo>
                  <a:lnTo>
                    <a:pt x="2649329" y="567318"/>
                  </a:lnTo>
                  <a:lnTo>
                    <a:pt x="2651113" y="558118"/>
                  </a:lnTo>
                  <a:lnTo>
                    <a:pt x="2651152" y="557918"/>
                  </a:lnTo>
                  <a:lnTo>
                    <a:pt x="2651737" y="548639"/>
                  </a:lnTo>
                  <a:lnTo>
                    <a:pt x="2651760" y="548284"/>
                  </a:lnTo>
                  <a:lnTo>
                    <a:pt x="2651391" y="73088"/>
                  </a:lnTo>
                  <a:lnTo>
                    <a:pt x="2636300" y="28710"/>
                  </a:lnTo>
                  <a:lnTo>
                    <a:pt x="2597350" y="2430"/>
                  </a:lnTo>
                  <a:lnTo>
                    <a:pt x="2587949" y="607"/>
                  </a:lnTo>
                  <a:lnTo>
                    <a:pt x="25783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360" y="3894850"/>
              <a:ext cx="292315" cy="292315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974775" y="3937217"/>
            <a:ext cx="9207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64050"/>
                </a:solidFill>
                <a:latin typeface="Calibri"/>
                <a:cs typeface="Calibri"/>
              </a:rPr>
              <a:t>Cross</a:t>
            </a:r>
            <a:r>
              <a:rPr dirty="0" sz="1200" spc="-60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64050"/>
                </a:solidFill>
                <a:latin typeface="Calibri"/>
                <a:cs typeface="Calibri"/>
              </a:rPr>
              <a:t>Platform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170885" y="3655785"/>
            <a:ext cx="2854960" cy="824865"/>
            <a:chOff x="3170885" y="3655785"/>
            <a:chExt cx="2854960" cy="824865"/>
          </a:xfrm>
        </p:grpSpPr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70885" y="3655785"/>
              <a:ext cx="2854794" cy="82442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245764" y="3730677"/>
              <a:ext cx="2651760" cy="622300"/>
            </a:xfrm>
            <a:custGeom>
              <a:avLst/>
              <a:gdLst/>
              <a:ahLst/>
              <a:cxnLst/>
              <a:rect l="l" t="t" r="r" b="b"/>
              <a:pathLst>
                <a:path w="2651760" h="622300">
                  <a:moveTo>
                    <a:pt x="25783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548639"/>
                  </a:lnTo>
                  <a:lnTo>
                    <a:pt x="594" y="557918"/>
                  </a:lnTo>
                  <a:lnTo>
                    <a:pt x="607" y="558118"/>
                  </a:lnTo>
                  <a:lnTo>
                    <a:pt x="2394" y="567318"/>
                  </a:lnTo>
                  <a:lnTo>
                    <a:pt x="2428" y="567496"/>
                  </a:lnTo>
                  <a:lnTo>
                    <a:pt x="5412" y="576380"/>
                  </a:lnTo>
                  <a:lnTo>
                    <a:pt x="36360" y="612000"/>
                  </a:lnTo>
                  <a:lnTo>
                    <a:pt x="73075" y="621728"/>
                  </a:lnTo>
                  <a:lnTo>
                    <a:pt x="2578671" y="621360"/>
                  </a:lnTo>
                  <a:lnTo>
                    <a:pt x="2623049" y="606268"/>
                  </a:lnTo>
                  <a:lnTo>
                    <a:pt x="2649269" y="567496"/>
                  </a:lnTo>
                  <a:lnTo>
                    <a:pt x="2651113" y="558118"/>
                  </a:lnTo>
                  <a:lnTo>
                    <a:pt x="2651152" y="557918"/>
                  </a:lnTo>
                  <a:lnTo>
                    <a:pt x="2651737" y="548639"/>
                  </a:lnTo>
                  <a:lnTo>
                    <a:pt x="2651760" y="548284"/>
                  </a:lnTo>
                  <a:lnTo>
                    <a:pt x="2651391" y="73088"/>
                  </a:lnTo>
                  <a:lnTo>
                    <a:pt x="2636300" y="28710"/>
                  </a:lnTo>
                  <a:lnTo>
                    <a:pt x="2597350" y="2430"/>
                  </a:lnTo>
                  <a:lnTo>
                    <a:pt x="2587949" y="607"/>
                  </a:lnTo>
                  <a:lnTo>
                    <a:pt x="25783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83279" y="3894850"/>
              <a:ext cx="292315" cy="292315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3763695" y="3937217"/>
            <a:ext cx="11125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64050"/>
                </a:solidFill>
                <a:latin typeface="Calibri"/>
                <a:cs typeface="Calibri"/>
              </a:rPr>
              <a:t>Large</a:t>
            </a:r>
            <a:r>
              <a:rPr dirty="0" sz="1200" spc="-50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64050"/>
                </a:solidFill>
                <a:latin typeface="Calibri"/>
                <a:cs typeface="Calibri"/>
              </a:rPr>
              <a:t>Community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959805" y="3655785"/>
            <a:ext cx="2854960" cy="824865"/>
            <a:chOff x="5959805" y="3655785"/>
            <a:chExt cx="2854960" cy="824865"/>
          </a:xfrm>
        </p:grpSpPr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9805" y="3655785"/>
              <a:ext cx="2854794" cy="82442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034684" y="3730677"/>
              <a:ext cx="2651760" cy="622300"/>
            </a:xfrm>
            <a:custGeom>
              <a:avLst/>
              <a:gdLst/>
              <a:ahLst/>
              <a:cxnLst/>
              <a:rect l="l" t="t" r="r" b="b"/>
              <a:pathLst>
                <a:path w="2651759" h="622300">
                  <a:moveTo>
                    <a:pt x="25783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548639"/>
                  </a:lnTo>
                  <a:lnTo>
                    <a:pt x="5412" y="576380"/>
                  </a:lnTo>
                  <a:lnTo>
                    <a:pt x="5464" y="576536"/>
                  </a:lnTo>
                  <a:lnTo>
                    <a:pt x="36360" y="612000"/>
                  </a:lnTo>
                  <a:lnTo>
                    <a:pt x="73075" y="621728"/>
                  </a:lnTo>
                  <a:lnTo>
                    <a:pt x="2578671" y="621360"/>
                  </a:lnTo>
                  <a:lnTo>
                    <a:pt x="2623049" y="606268"/>
                  </a:lnTo>
                  <a:lnTo>
                    <a:pt x="2649269" y="567496"/>
                  </a:lnTo>
                  <a:lnTo>
                    <a:pt x="2651113" y="558118"/>
                  </a:lnTo>
                  <a:lnTo>
                    <a:pt x="2651152" y="557918"/>
                  </a:lnTo>
                  <a:lnTo>
                    <a:pt x="2651737" y="548639"/>
                  </a:lnTo>
                  <a:lnTo>
                    <a:pt x="2651759" y="548284"/>
                  </a:lnTo>
                  <a:lnTo>
                    <a:pt x="2651391" y="73088"/>
                  </a:lnTo>
                  <a:lnTo>
                    <a:pt x="2636300" y="28710"/>
                  </a:lnTo>
                  <a:lnTo>
                    <a:pt x="2597350" y="2430"/>
                  </a:lnTo>
                  <a:lnTo>
                    <a:pt x="2587949" y="607"/>
                  </a:lnTo>
                  <a:lnTo>
                    <a:pt x="25783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2200" y="3894850"/>
              <a:ext cx="292315" cy="292315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6552615" y="3937217"/>
            <a:ext cx="11664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364050"/>
                </a:solidFill>
                <a:latin typeface="Calibri"/>
                <a:cs typeface="Calibri"/>
              </a:rPr>
              <a:t>Extensive Libraries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VaultofCode</a:t>
            </a:r>
            <a:r>
              <a:rPr dirty="0" spc="15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Python</a:t>
            </a:r>
            <a:r>
              <a:rPr dirty="0" spc="-15"/>
              <a:t> </a:t>
            </a:r>
            <a:r>
              <a:rPr dirty="0" spc="-10"/>
              <a:t>Programming</a:t>
            </a:r>
            <a:r>
              <a:rPr dirty="0" spc="-15"/>
              <a:t> </a:t>
            </a:r>
            <a:r>
              <a:rPr dirty="0" spc="-10"/>
              <a:t>Internship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965" y="976314"/>
            <a:ext cx="2169795" cy="2077720"/>
            <a:chOff x="381965" y="976314"/>
            <a:chExt cx="2169795" cy="20777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965" y="976314"/>
              <a:ext cx="2169363" cy="207756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6844" y="1051206"/>
              <a:ext cx="1966595" cy="1875155"/>
            </a:xfrm>
            <a:custGeom>
              <a:avLst/>
              <a:gdLst/>
              <a:ahLst/>
              <a:cxnLst/>
              <a:rect l="l" t="t" r="r" b="b"/>
              <a:pathLst>
                <a:path w="1966595" h="1875155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1765071"/>
                  </a:lnTo>
                  <a:lnTo>
                    <a:pt x="939" y="1779501"/>
                  </a:lnTo>
                  <a:lnTo>
                    <a:pt x="14757" y="1820151"/>
                  </a:lnTo>
                  <a:lnTo>
                    <a:pt x="43003" y="1852098"/>
                  </a:lnTo>
                  <a:lnTo>
                    <a:pt x="81359" y="1871140"/>
                  </a:lnTo>
                  <a:lnTo>
                    <a:pt x="109791" y="1874875"/>
                  </a:lnTo>
                  <a:lnTo>
                    <a:pt x="1856511" y="1874875"/>
                  </a:lnTo>
                  <a:lnTo>
                    <a:pt x="1898582" y="1866522"/>
                  </a:lnTo>
                  <a:lnTo>
                    <a:pt x="1934086" y="1842696"/>
                  </a:lnTo>
                  <a:lnTo>
                    <a:pt x="1957887" y="1807142"/>
                  </a:lnTo>
                  <a:lnTo>
                    <a:pt x="1966315" y="1765071"/>
                  </a:lnTo>
                  <a:lnTo>
                    <a:pt x="1966291" y="109791"/>
                  </a:lnTo>
                  <a:lnTo>
                    <a:pt x="1957962" y="68088"/>
                  </a:lnTo>
                  <a:lnTo>
                    <a:pt x="1934092" y="32534"/>
                  </a:lnTo>
                  <a:lnTo>
                    <a:pt x="1898432" y="8708"/>
                  </a:lnTo>
                  <a:lnTo>
                    <a:pt x="185651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49960" y="1234086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594360" y="0"/>
                  </a:moveTo>
                  <a:lnTo>
                    <a:pt x="542360" y="2268"/>
                  </a:lnTo>
                  <a:lnTo>
                    <a:pt x="490950" y="9025"/>
                  </a:lnTo>
                  <a:lnTo>
                    <a:pt x="440418" y="20202"/>
                  </a:lnTo>
                  <a:lnTo>
                    <a:pt x="391056" y="35729"/>
                  </a:lnTo>
                  <a:lnTo>
                    <a:pt x="343154" y="55536"/>
                  </a:lnTo>
                  <a:lnTo>
                    <a:pt x="297002" y="79552"/>
                  </a:lnTo>
                  <a:lnTo>
                    <a:pt x="253268" y="107533"/>
                  </a:lnTo>
                  <a:lnTo>
                    <a:pt x="212226" y="139125"/>
                  </a:lnTo>
                  <a:lnTo>
                    <a:pt x="174105" y="174097"/>
                  </a:lnTo>
                  <a:lnTo>
                    <a:pt x="139135" y="212219"/>
                  </a:lnTo>
                  <a:lnTo>
                    <a:pt x="107545" y="253260"/>
                  </a:lnTo>
                  <a:lnTo>
                    <a:pt x="79565" y="296989"/>
                  </a:lnTo>
                  <a:lnTo>
                    <a:pt x="55543" y="343141"/>
                  </a:lnTo>
                  <a:lnTo>
                    <a:pt x="35733" y="391044"/>
                  </a:lnTo>
                  <a:lnTo>
                    <a:pt x="20204" y="440407"/>
                  </a:lnTo>
                  <a:lnTo>
                    <a:pt x="9025" y="490941"/>
                  </a:lnTo>
                  <a:lnTo>
                    <a:pt x="2268" y="542355"/>
                  </a:lnTo>
                  <a:lnTo>
                    <a:pt x="0" y="594360"/>
                  </a:lnTo>
                  <a:lnTo>
                    <a:pt x="2268" y="646357"/>
                  </a:lnTo>
                  <a:lnTo>
                    <a:pt x="9025" y="697756"/>
                  </a:lnTo>
                  <a:lnTo>
                    <a:pt x="20204" y="748255"/>
                  </a:lnTo>
                  <a:lnTo>
                    <a:pt x="35733" y="797554"/>
                  </a:lnTo>
                  <a:lnTo>
                    <a:pt x="55543" y="845352"/>
                  </a:lnTo>
                  <a:lnTo>
                    <a:pt x="79565" y="891349"/>
                  </a:lnTo>
                  <a:lnTo>
                    <a:pt x="107547" y="935233"/>
                  </a:lnTo>
                  <a:lnTo>
                    <a:pt x="139148" y="976378"/>
                  </a:lnTo>
                  <a:lnTo>
                    <a:pt x="174150" y="1014563"/>
                  </a:lnTo>
                  <a:lnTo>
                    <a:pt x="212332" y="1049567"/>
                  </a:lnTo>
                  <a:lnTo>
                    <a:pt x="253474" y="1081171"/>
                  </a:lnTo>
                  <a:lnTo>
                    <a:pt x="297357" y="1109154"/>
                  </a:lnTo>
                  <a:lnTo>
                    <a:pt x="343360" y="1133172"/>
                  </a:lnTo>
                  <a:lnTo>
                    <a:pt x="391161" y="1152981"/>
                  </a:lnTo>
                  <a:lnTo>
                    <a:pt x="440462" y="1168511"/>
                  </a:lnTo>
                  <a:lnTo>
                    <a:pt x="490963" y="1179691"/>
                  </a:lnTo>
                  <a:lnTo>
                    <a:pt x="542362" y="1186451"/>
                  </a:lnTo>
                  <a:lnTo>
                    <a:pt x="594360" y="1188720"/>
                  </a:lnTo>
                  <a:lnTo>
                    <a:pt x="646359" y="1186451"/>
                  </a:lnTo>
                  <a:lnTo>
                    <a:pt x="697769" y="1179691"/>
                  </a:lnTo>
                  <a:lnTo>
                    <a:pt x="748301" y="1168511"/>
                  </a:lnTo>
                  <a:lnTo>
                    <a:pt x="797663" y="1152981"/>
                  </a:lnTo>
                  <a:lnTo>
                    <a:pt x="845565" y="1133172"/>
                  </a:lnTo>
                  <a:lnTo>
                    <a:pt x="891717" y="1109154"/>
                  </a:lnTo>
                  <a:lnTo>
                    <a:pt x="935451" y="1081171"/>
                  </a:lnTo>
                  <a:lnTo>
                    <a:pt x="976493" y="1049567"/>
                  </a:lnTo>
                  <a:lnTo>
                    <a:pt x="1014614" y="1014563"/>
                  </a:lnTo>
                  <a:lnTo>
                    <a:pt x="1049584" y="976378"/>
                  </a:lnTo>
                  <a:lnTo>
                    <a:pt x="1081174" y="935233"/>
                  </a:lnTo>
                  <a:lnTo>
                    <a:pt x="1109154" y="891349"/>
                  </a:lnTo>
                  <a:lnTo>
                    <a:pt x="1133176" y="845352"/>
                  </a:lnTo>
                  <a:lnTo>
                    <a:pt x="1152986" y="797554"/>
                  </a:lnTo>
                  <a:lnTo>
                    <a:pt x="1168515" y="748255"/>
                  </a:lnTo>
                  <a:lnTo>
                    <a:pt x="1179694" y="697756"/>
                  </a:lnTo>
                  <a:lnTo>
                    <a:pt x="1186451" y="646357"/>
                  </a:lnTo>
                  <a:lnTo>
                    <a:pt x="1188720" y="594360"/>
                  </a:lnTo>
                  <a:lnTo>
                    <a:pt x="1186451" y="542355"/>
                  </a:lnTo>
                  <a:lnTo>
                    <a:pt x="1179694" y="490941"/>
                  </a:lnTo>
                  <a:lnTo>
                    <a:pt x="1168515" y="440407"/>
                  </a:lnTo>
                  <a:lnTo>
                    <a:pt x="1152986" y="391044"/>
                  </a:lnTo>
                  <a:lnTo>
                    <a:pt x="1133176" y="343141"/>
                  </a:lnTo>
                  <a:lnTo>
                    <a:pt x="1109154" y="296989"/>
                  </a:lnTo>
                  <a:lnTo>
                    <a:pt x="1081172" y="253260"/>
                  </a:lnTo>
                  <a:lnTo>
                    <a:pt x="1049571" y="212219"/>
                  </a:lnTo>
                  <a:lnTo>
                    <a:pt x="1014569" y="174097"/>
                  </a:lnTo>
                  <a:lnTo>
                    <a:pt x="976387" y="139125"/>
                  </a:lnTo>
                  <a:lnTo>
                    <a:pt x="935245" y="107533"/>
                  </a:lnTo>
                  <a:lnTo>
                    <a:pt x="891362" y="79552"/>
                  </a:lnTo>
                  <a:lnTo>
                    <a:pt x="845359" y="55536"/>
                  </a:lnTo>
                  <a:lnTo>
                    <a:pt x="797558" y="35729"/>
                  </a:lnTo>
                  <a:lnTo>
                    <a:pt x="748257" y="20202"/>
                  </a:lnTo>
                  <a:lnTo>
                    <a:pt x="697756" y="9025"/>
                  </a:lnTo>
                  <a:lnTo>
                    <a:pt x="646357" y="2268"/>
                  </a:lnTo>
                  <a:lnTo>
                    <a:pt x="594360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4635" y="1508393"/>
              <a:ext cx="639724" cy="63972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19695" y="2434668"/>
            <a:ext cx="1040130" cy="42672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dirty="0" sz="1050" spc="-10" b="1">
                <a:solidFill>
                  <a:srgbClr val="364050"/>
                </a:solidFill>
                <a:latin typeface="Calibri"/>
                <a:cs typeface="Calibri"/>
              </a:rPr>
              <a:t>Guido</a:t>
            </a:r>
            <a:r>
              <a:rPr dirty="0" sz="1050" spc="-25" b="1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364050"/>
                </a:solidFill>
                <a:latin typeface="Calibri"/>
                <a:cs typeface="Calibri"/>
              </a:rPr>
              <a:t>van</a:t>
            </a:r>
            <a:r>
              <a:rPr dirty="0" sz="1050" spc="-20" b="1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364050"/>
                </a:solidFill>
                <a:latin typeface="Calibri"/>
                <a:cs typeface="Calibri"/>
              </a:rPr>
              <a:t>Rossum</a:t>
            </a:r>
            <a:endParaRPr sz="10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dirty="0" sz="900" spc="-10">
                <a:solidFill>
                  <a:srgbClr val="63738A"/>
                </a:solidFill>
                <a:latin typeface="Calibri"/>
                <a:cs typeface="Calibri"/>
              </a:rPr>
              <a:t>Creator</a:t>
            </a:r>
            <a:r>
              <a:rPr dirty="0" sz="900">
                <a:solidFill>
                  <a:srgbClr val="63738A"/>
                </a:solidFill>
                <a:latin typeface="Calibri"/>
                <a:cs typeface="Calibri"/>
              </a:rPr>
              <a:t> of</a:t>
            </a:r>
            <a:r>
              <a:rPr dirty="0" sz="900" spc="1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3738A"/>
                </a:solidFill>
                <a:latin typeface="Calibri"/>
                <a:cs typeface="Calibri"/>
              </a:rPr>
              <a:t>Python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959838" y="382310"/>
            <a:ext cx="1620520" cy="980440"/>
            <a:chOff x="1959838" y="382310"/>
            <a:chExt cx="1620520" cy="98044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59838" y="382310"/>
              <a:ext cx="1620354" cy="9799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034717" y="457202"/>
              <a:ext cx="1417320" cy="777240"/>
            </a:xfrm>
            <a:custGeom>
              <a:avLst/>
              <a:gdLst/>
              <a:ahLst/>
              <a:cxnLst/>
              <a:rect l="l" t="t" r="r" b="b"/>
              <a:pathLst>
                <a:path w="1417320" h="777240">
                  <a:moveTo>
                    <a:pt x="1343875" y="0"/>
                  </a:moveTo>
                  <a:lnTo>
                    <a:pt x="73088" y="0"/>
                  </a:lnTo>
                  <a:lnTo>
                    <a:pt x="63604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04164"/>
                  </a:lnTo>
                  <a:lnTo>
                    <a:pt x="594" y="713435"/>
                  </a:lnTo>
                  <a:lnTo>
                    <a:pt x="607" y="713640"/>
                  </a:lnTo>
                  <a:lnTo>
                    <a:pt x="2395" y="722836"/>
                  </a:lnTo>
                  <a:lnTo>
                    <a:pt x="2430" y="723015"/>
                  </a:lnTo>
                  <a:lnTo>
                    <a:pt x="5417" y="731899"/>
                  </a:lnTo>
                  <a:lnTo>
                    <a:pt x="36360" y="767524"/>
                  </a:lnTo>
                  <a:lnTo>
                    <a:pt x="73088" y="777239"/>
                  </a:lnTo>
                  <a:lnTo>
                    <a:pt x="1344244" y="776884"/>
                  </a:lnTo>
                  <a:lnTo>
                    <a:pt x="1388621" y="761780"/>
                  </a:lnTo>
                  <a:lnTo>
                    <a:pt x="1411778" y="732055"/>
                  </a:lnTo>
                  <a:lnTo>
                    <a:pt x="1411855" y="731899"/>
                  </a:lnTo>
                  <a:lnTo>
                    <a:pt x="1414831" y="723015"/>
                  </a:lnTo>
                  <a:lnTo>
                    <a:pt x="1414891" y="722836"/>
                  </a:lnTo>
                  <a:lnTo>
                    <a:pt x="1416672" y="713640"/>
                  </a:lnTo>
                  <a:lnTo>
                    <a:pt x="1416712" y="713435"/>
                  </a:lnTo>
                  <a:lnTo>
                    <a:pt x="1417296" y="704164"/>
                  </a:lnTo>
                  <a:lnTo>
                    <a:pt x="1417320" y="703795"/>
                  </a:lnTo>
                  <a:lnTo>
                    <a:pt x="1416964" y="73075"/>
                  </a:lnTo>
                  <a:lnTo>
                    <a:pt x="1401860" y="28705"/>
                  </a:lnTo>
                  <a:lnTo>
                    <a:pt x="1362916" y="2428"/>
                  </a:lnTo>
                  <a:lnTo>
                    <a:pt x="1353515" y="607"/>
                  </a:lnTo>
                  <a:lnTo>
                    <a:pt x="13438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2660764" y="1426326"/>
            <a:ext cx="6017260" cy="165100"/>
            <a:chOff x="2660764" y="1426326"/>
            <a:chExt cx="6017260" cy="165100"/>
          </a:xfrm>
        </p:grpSpPr>
        <p:sp>
          <p:nvSpPr>
            <p:cNvPr id="12" name="object 12"/>
            <p:cNvSpPr/>
            <p:nvPr/>
          </p:nvSpPr>
          <p:spPr>
            <a:xfrm>
              <a:off x="2743200" y="1508762"/>
              <a:ext cx="5852160" cy="635"/>
            </a:xfrm>
            <a:custGeom>
              <a:avLst/>
              <a:gdLst/>
              <a:ahLst/>
              <a:cxnLst/>
              <a:rect l="l" t="t" r="r" b="b"/>
              <a:pathLst>
                <a:path w="5852159" h="634">
                  <a:moveTo>
                    <a:pt x="0" y="0"/>
                  </a:moveTo>
                  <a:lnTo>
                    <a:pt x="5852159" y="355"/>
                  </a:lnTo>
                </a:path>
              </a:pathLst>
            </a:custGeom>
            <a:ln w="31679">
              <a:solidFill>
                <a:srgbClr val="2462E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60764" y="1426326"/>
              <a:ext cx="164515" cy="1645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23804" y="1426326"/>
              <a:ext cx="164515" cy="16451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86844" y="1426326"/>
              <a:ext cx="164515" cy="16451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9884" y="1426326"/>
              <a:ext cx="164515" cy="16451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12924" y="1426326"/>
              <a:ext cx="164515" cy="164515"/>
            </a:xfrm>
            <a:prstGeom prst="rect">
              <a:avLst/>
            </a:prstGeom>
          </p:spPr>
        </p:pic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444144" y="369622"/>
            <a:ext cx="2809240" cy="5778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340"/>
              </a:lnSpc>
              <a:spcBef>
                <a:spcPts val="100"/>
              </a:spcBef>
            </a:pPr>
            <a:r>
              <a:rPr dirty="0"/>
              <a:t>History</a:t>
            </a:r>
            <a:r>
              <a:rPr dirty="0" spc="65"/>
              <a:t> </a:t>
            </a:r>
            <a:r>
              <a:rPr dirty="0"/>
              <a:t>of</a:t>
            </a:r>
            <a:r>
              <a:rPr dirty="0" spc="75"/>
              <a:t> </a:t>
            </a:r>
            <a:r>
              <a:rPr dirty="0" spc="25"/>
              <a:t>P</a:t>
            </a:r>
            <a:r>
              <a:rPr dirty="0" spc="30"/>
              <a:t>y</a:t>
            </a:r>
            <a:r>
              <a:rPr dirty="0" spc="-445"/>
              <a:t>t</a:t>
            </a:r>
            <a:r>
              <a:rPr dirty="0" sz="1400" spc="-100">
                <a:solidFill>
                  <a:srgbClr val="2462EA"/>
                </a:solidFill>
              </a:rPr>
              <a:t>1</a:t>
            </a:r>
            <a:r>
              <a:rPr dirty="0" spc="-1425"/>
              <a:t>h</a:t>
            </a:r>
            <a:r>
              <a:rPr dirty="0" sz="1400" spc="45">
                <a:solidFill>
                  <a:srgbClr val="2462EA"/>
                </a:solidFill>
              </a:rPr>
              <a:t>9</a:t>
            </a:r>
            <a:r>
              <a:rPr dirty="0" sz="1400" spc="40">
                <a:solidFill>
                  <a:srgbClr val="2462EA"/>
                </a:solidFill>
              </a:rPr>
              <a:t>8</a:t>
            </a:r>
            <a:r>
              <a:rPr dirty="0" sz="1400" spc="-640">
                <a:solidFill>
                  <a:srgbClr val="2462EA"/>
                </a:solidFill>
              </a:rPr>
              <a:t>9</a:t>
            </a:r>
            <a:r>
              <a:rPr dirty="0" spc="40"/>
              <a:t>on</a:t>
            </a:r>
            <a:endParaRPr sz="1400"/>
          </a:p>
          <a:p>
            <a:pPr marL="1830705">
              <a:lnSpc>
                <a:spcPts val="1000"/>
              </a:lnSpc>
            </a:pPr>
            <a:r>
              <a:rPr dirty="0" sz="850" spc="-10" b="0">
                <a:solidFill>
                  <a:srgbClr val="364050"/>
                </a:solidFill>
                <a:latin typeface="Calibri"/>
                <a:cs typeface="Calibri"/>
              </a:rPr>
              <a:t>Development</a:t>
            </a:r>
            <a:r>
              <a:rPr dirty="0" sz="850" spc="15" b="0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850" spc="-10" b="0">
                <a:solidFill>
                  <a:srgbClr val="364050"/>
                </a:solidFill>
                <a:latin typeface="Calibri"/>
                <a:cs typeface="Calibri"/>
              </a:rPr>
              <a:t>Started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422878" y="1689825"/>
            <a:ext cx="1620520" cy="980440"/>
            <a:chOff x="3422878" y="1689825"/>
            <a:chExt cx="1620520" cy="98044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2878" y="1689825"/>
              <a:ext cx="1620354" cy="97993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497757" y="1764717"/>
              <a:ext cx="1417320" cy="777240"/>
            </a:xfrm>
            <a:custGeom>
              <a:avLst/>
              <a:gdLst/>
              <a:ahLst/>
              <a:cxnLst/>
              <a:rect l="l" t="t" r="r" b="b"/>
              <a:pathLst>
                <a:path w="1417320" h="777239">
                  <a:moveTo>
                    <a:pt x="1343875" y="0"/>
                  </a:moveTo>
                  <a:lnTo>
                    <a:pt x="73088" y="0"/>
                  </a:lnTo>
                  <a:lnTo>
                    <a:pt x="63604" y="607"/>
                  </a:lnTo>
                  <a:lnTo>
                    <a:pt x="21429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704164"/>
                  </a:lnTo>
                  <a:lnTo>
                    <a:pt x="594" y="713440"/>
                  </a:lnTo>
                  <a:lnTo>
                    <a:pt x="607" y="713642"/>
                  </a:lnTo>
                  <a:lnTo>
                    <a:pt x="2394" y="722837"/>
                  </a:lnTo>
                  <a:lnTo>
                    <a:pt x="2430" y="723020"/>
                  </a:lnTo>
                  <a:lnTo>
                    <a:pt x="5416" y="731899"/>
                  </a:lnTo>
                  <a:lnTo>
                    <a:pt x="36360" y="767524"/>
                  </a:lnTo>
                  <a:lnTo>
                    <a:pt x="73088" y="777239"/>
                  </a:lnTo>
                  <a:lnTo>
                    <a:pt x="1344244" y="776884"/>
                  </a:lnTo>
                  <a:lnTo>
                    <a:pt x="1388621" y="761785"/>
                  </a:lnTo>
                  <a:lnTo>
                    <a:pt x="1414829" y="723020"/>
                  </a:lnTo>
                  <a:lnTo>
                    <a:pt x="1414891" y="722837"/>
                  </a:lnTo>
                  <a:lnTo>
                    <a:pt x="1416673" y="713642"/>
                  </a:lnTo>
                  <a:lnTo>
                    <a:pt x="1416712" y="713440"/>
                  </a:lnTo>
                  <a:lnTo>
                    <a:pt x="1417297" y="704164"/>
                  </a:lnTo>
                  <a:lnTo>
                    <a:pt x="1417320" y="703808"/>
                  </a:lnTo>
                  <a:lnTo>
                    <a:pt x="1416964" y="73088"/>
                  </a:lnTo>
                  <a:lnTo>
                    <a:pt x="1401860" y="28710"/>
                  </a:lnTo>
                  <a:lnTo>
                    <a:pt x="1362916" y="2430"/>
                  </a:lnTo>
                  <a:lnTo>
                    <a:pt x="1353515" y="607"/>
                  </a:lnTo>
                  <a:lnTo>
                    <a:pt x="13438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3919220" y="1803892"/>
            <a:ext cx="574675" cy="45085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dirty="0" sz="1400" spc="-20" b="1">
                <a:solidFill>
                  <a:srgbClr val="2462EA"/>
                </a:solidFill>
                <a:latin typeface="Times New Roman"/>
                <a:cs typeface="Times New Roman"/>
              </a:rPr>
              <a:t>1991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45"/>
              </a:spcBef>
            </a:pPr>
            <a:r>
              <a:rPr dirty="0" sz="850" spc="-10">
                <a:solidFill>
                  <a:srgbClr val="364050"/>
                </a:solidFill>
                <a:latin typeface="Calibri"/>
                <a:cs typeface="Calibri"/>
              </a:rPr>
              <a:t>First Release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885918" y="382310"/>
            <a:ext cx="1620520" cy="980440"/>
            <a:chOff x="4885918" y="382310"/>
            <a:chExt cx="1620520" cy="980440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5918" y="382310"/>
              <a:ext cx="1620354" cy="97993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960797" y="457202"/>
              <a:ext cx="1417320" cy="777240"/>
            </a:xfrm>
            <a:custGeom>
              <a:avLst/>
              <a:gdLst/>
              <a:ahLst/>
              <a:cxnLst/>
              <a:rect l="l" t="t" r="r" b="b"/>
              <a:pathLst>
                <a:path w="1417320" h="777240">
                  <a:moveTo>
                    <a:pt x="1343875" y="0"/>
                  </a:moveTo>
                  <a:lnTo>
                    <a:pt x="73088" y="0"/>
                  </a:lnTo>
                  <a:lnTo>
                    <a:pt x="63604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04164"/>
                  </a:lnTo>
                  <a:lnTo>
                    <a:pt x="594" y="713435"/>
                  </a:lnTo>
                  <a:lnTo>
                    <a:pt x="607" y="713640"/>
                  </a:lnTo>
                  <a:lnTo>
                    <a:pt x="2395" y="722836"/>
                  </a:lnTo>
                  <a:lnTo>
                    <a:pt x="2430" y="723015"/>
                  </a:lnTo>
                  <a:lnTo>
                    <a:pt x="28555" y="762135"/>
                  </a:lnTo>
                  <a:lnTo>
                    <a:pt x="73088" y="777239"/>
                  </a:lnTo>
                  <a:lnTo>
                    <a:pt x="1344244" y="776884"/>
                  </a:lnTo>
                  <a:lnTo>
                    <a:pt x="1388621" y="761780"/>
                  </a:lnTo>
                  <a:lnTo>
                    <a:pt x="1411778" y="732055"/>
                  </a:lnTo>
                  <a:lnTo>
                    <a:pt x="1411855" y="731899"/>
                  </a:lnTo>
                  <a:lnTo>
                    <a:pt x="1414831" y="723015"/>
                  </a:lnTo>
                  <a:lnTo>
                    <a:pt x="1414891" y="722836"/>
                  </a:lnTo>
                  <a:lnTo>
                    <a:pt x="1416672" y="713640"/>
                  </a:lnTo>
                  <a:lnTo>
                    <a:pt x="1416712" y="713435"/>
                  </a:lnTo>
                  <a:lnTo>
                    <a:pt x="1417296" y="704164"/>
                  </a:lnTo>
                  <a:lnTo>
                    <a:pt x="1417320" y="703795"/>
                  </a:lnTo>
                  <a:lnTo>
                    <a:pt x="1416964" y="73075"/>
                  </a:lnTo>
                  <a:lnTo>
                    <a:pt x="1401860" y="28705"/>
                  </a:lnTo>
                  <a:lnTo>
                    <a:pt x="1362916" y="2428"/>
                  </a:lnTo>
                  <a:lnTo>
                    <a:pt x="1353515" y="607"/>
                  </a:lnTo>
                  <a:lnTo>
                    <a:pt x="13438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5460746" y="496364"/>
            <a:ext cx="417195" cy="45085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20955">
              <a:lnSpc>
                <a:spcPct val="100000"/>
              </a:lnSpc>
              <a:spcBef>
                <a:spcPts val="500"/>
              </a:spcBef>
            </a:pPr>
            <a:r>
              <a:rPr dirty="0" sz="1400" spc="-20" b="1">
                <a:solidFill>
                  <a:srgbClr val="2462EA"/>
                </a:solidFill>
                <a:latin typeface="Times New Roman"/>
                <a:cs typeface="Times New Roman"/>
              </a:rPr>
              <a:t>2000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850">
                <a:solidFill>
                  <a:srgbClr val="364050"/>
                </a:solidFill>
                <a:latin typeface="Calibri"/>
                <a:cs typeface="Calibri"/>
              </a:rPr>
              <a:t>Python</a:t>
            </a:r>
            <a:r>
              <a:rPr dirty="0" sz="850" spc="-30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850" spc="-50">
                <a:solidFill>
                  <a:srgbClr val="364050"/>
                </a:solidFill>
                <a:latin typeface="Calibri"/>
                <a:cs typeface="Calibri"/>
              </a:rPr>
              <a:t>2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348958" y="1689825"/>
            <a:ext cx="1620520" cy="980440"/>
            <a:chOff x="6348958" y="1689825"/>
            <a:chExt cx="1620520" cy="980440"/>
          </a:xfrm>
        </p:grpSpPr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8958" y="1689825"/>
              <a:ext cx="1620354" cy="97993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423837" y="1764717"/>
              <a:ext cx="1417320" cy="777240"/>
            </a:xfrm>
            <a:custGeom>
              <a:avLst/>
              <a:gdLst/>
              <a:ahLst/>
              <a:cxnLst/>
              <a:rect l="l" t="t" r="r" b="b"/>
              <a:pathLst>
                <a:path w="1417320" h="777239">
                  <a:moveTo>
                    <a:pt x="1343875" y="0"/>
                  </a:moveTo>
                  <a:lnTo>
                    <a:pt x="73088" y="0"/>
                  </a:lnTo>
                  <a:lnTo>
                    <a:pt x="63604" y="607"/>
                  </a:lnTo>
                  <a:lnTo>
                    <a:pt x="21429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704164"/>
                  </a:lnTo>
                  <a:lnTo>
                    <a:pt x="594" y="713440"/>
                  </a:lnTo>
                  <a:lnTo>
                    <a:pt x="607" y="713642"/>
                  </a:lnTo>
                  <a:lnTo>
                    <a:pt x="2394" y="722837"/>
                  </a:lnTo>
                  <a:lnTo>
                    <a:pt x="2430" y="723020"/>
                  </a:lnTo>
                  <a:lnTo>
                    <a:pt x="5416" y="731899"/>
                  </a:lnTo>
                  <a:lnTo>
                    <a:pt x="36360" y="767524"/>
                  </a:lnTo>
                  <a:lnTo>
                    <a:pt x="73088" y="777239"/>
                  </a:lnTo>
                  <a:lnTo>
                    <a:pt x="1344244" y="776884"/>
                  </a:lnTo>
                  <a:lnTo>
                    <a:pt x="1388621" y="761785"/>
                  </a:lnTo>
                  <a:lnTo>
                    <a:pt x="1414829" y="723020"/>
                  </a:lnTo>
                  <a:lnTo>
                    <a:pt x="1414891" y="722837"/>
                  </a:lnTo>
                  <a:lnTo>
                    <a:pt x="1416673" y="713642"/>
                  </a:lnTo>
                  <a:lnTo>
                    <a:pt x="1416712" y="713440"/>
                  </a:lnTo>
                  <a:lnTo>
                    <a:pt x="1417297" y="704164"/>
                  </a:lnTo>
                  <a:lnTo>
                    <a:pt x="1416964" y="73088"/>
                  </a:lnTo>
                  <a:lnTo>
                    <a:pt x="1401860" y="28710"/>
                  </a:lnTo>
                  <a:lnTo>
                    <a:pt x="1362916" y="2430"/>
                  </a:lnTo>
                  <a:lnTo>
                    <a:pt x="1353515" y="607"/>
                  </a:lnTo>
                  <a:lnTo>
                    <a:pt x="13438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6923785" y="1803892"/>
            <a:ext cx="417195" cy="45085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500"/>
              </a:spcBef>
            </a:pPr>
            <a:r>
              <a:rPr dirty="0" sz="1400" spc="-20" b="1">
                <a:solidFill>
                  <a:srgbClr val="2462EA"/>
                </a:solidFill>
                <a:latin typeface="Times New Roman"/>
                <a:cs typeface="Times New Roman"/>
              </a:rPr>
              <a:t>2008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850">
                <a:solidFill>
                  <a:srgbClr val="364050"/>
                </a:solidFill>
                <a:latin typeface="Calibri"/>
                <a:cs typeface="Calibri"/>
              </a:rPr>
              <a:t>Python</a:t>
            </a:r>
            <a:r>
              <a:rPr dirty="0" sz="850" spc="-30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850" spc="-50">
                <a:solidFill>
                  <a:srgbClr val="364050"/>
                </a:solidFill>
                <a:latin typeface="Calibri"/>
                <a:cs typeface="Calibri"/>
              </a:rPr>
              <a:t>3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811998" y="382310"/>
            <a:ext cx="1332230" cy="980440"/>
            <a:chOff x="7811998" y="382310"/>
            <a:chExt cx="1332230" cy="980440"/>
          </a:xfrm>
        </p:grpSpPr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11998" y="382310"/>
              <a:ext cx="1331633" cy="97993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886877" y="457202"/>
              <a:ext cx="1257300" cy="777240"/>
            </a:xfrm>
            <a:custGeom>
              <a:avLst/>
              <a:gdLst/>
              <a:ahLst/>
              <a:cxnLst/>
              <a:rect l="l" t="t" r="r" b="b"/>
              <a:pathLst>
                <a:path w="1257300" h="777240">
                  <a:moveTo>
                    <a:pt x="1256753" y="0"/>
                  </a:moveTo>
                  <a:lnTo>
                    <a:pt x="73088" y="0"/>
                  </a:lnTo>
                  <a:lnTo>
                    <a:pt x="63604" y="607"/>
                  </a:lnTo>
                  <a:lnTo>
                    <a:pt x="21470" y="21423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04164"/>
                  </a:lnTo>
                  <a:lnTo>
                    <a:pt x="15103" y="748534"/>
                  </a:lnTo>
                  <a:lnTo>
                    <a:pt x="54048" y="774811"/>
                  </a:lnTo>
                  <a:lnTo>
                    <a:pt x="73088" y="777239"/>
                  </a:lnTo>
                  <a:lnTo>
                    <a:pt x="1256753" y="776908"/>
                  </a:lnTo>
                  <a:lnTo>
                    <a:pt x="12567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8350097" y="547461"/>
            <a:ext cx="4902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 b="1">
                <a:solidFill>
                  <a:srgbClr val="2462EA"/>
                </a:solidFill>
                <a:latin typeface="Times New Roman"/>
                <a:cs typeface="Times New Roman"/>
              </a:rPr>
              <a:t>Today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033296" y="791897"/>
            <a:ext cx="112522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364050"/>
                </a:solidFill>
                <a:latin typeface="Calibri"/>
                <a:cs typeface="Calibri"/>
              </a:rPr>
              <a:t>Among</a:t>
            </a:r>
            <a:r>
              <a:rPr dirty="0" sz="850" spc="-20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364050"/>
                </a:solidFill>
                <a:latin typeface="Calibri"/>
                <a:cs typeface="Calibri"/>
              </a:rPr>
              <a:t>the</a:t>
            </a:r>
            <a:r>
              <a:rPr dirty="0" sz="850" spc="-30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364050"/>
                </a:solidFill>
                <a:latin typeface="Calibri"/>
                <a:cs typeface="Calibri"/>
              </a:rPr>
              <a:t>Most</a:t>
            </a:r>
            <a:r>
              <a:rPr dirty="0" sz="850" spc="-20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364050"/>
                </a:solidFill>
                <a:latin typeface="Calibri"/>
                <a:cs typeface="Calibri"/>
              </a:rPr>
              <a:t>Popular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353335" y="921501"/>
            <a:ext cx="48514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solidFill>
                  <a:srgbClr val="364050"/>
                </a:solidFill>
                <a:latin typeface="Calibri"/>
                <a:cs typeface="Calibri"/>
              </a:rPr>
              <a:t>Languages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56844" y="3977642"/>
            <a:ext cx="8229600" cy="658495"/>
            <a:chOff x="456844" y="3977642"/>
            <a:chExt cx="8229600" cy="658495"/>
          </a:xfrm>
        </p:grpSpPr>
        <p:sp>
          <p:nvSpPr>
            <p:cNvPr id="38" name="object 38"/>
            <p:cNvSpPr/>
            <p:nvPr/>
          </p:nvSpPr>
          <p:spPr>
            <a:xfrm>
              <a:off x="456844" y="3977642"/>
              <a:ext cx="8229600" cy="658495"/>
            </a:xfrm>
            <a:custGeom>
              <a:avLst/>
              <a:gdLst/>
              <a:ahLst/>
              <a:cxnLst/>
              <a:rect l="l" t="t" r="r" b="b"/>
              <a:pathLst>
                <a:path w="8229600" h="658495">
                  <a:moveTo>
                    <a:pt x="813779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6"/>
                  </a:lnTo>
                  <a:lnTo>
                    <a:pt x="6981" y="56510"/>
                  </a:lnTo>
                  <a:lnTo>
                    <a:pt x="0" y="91439"/>
                  </a:lnTo>
                  <a:lnTo>
                    <a:pt x="0" y="567004"/>
                  </a:lnTo>
                  <a:lnTo>
                    <a:pt x="774" y="578642"/>
                  </a:lnTo>
                  <a:lnTo>
                    <a:pt x="798" y="579003"/>
                  </a:lnTo>
                  <a:lnTo>
                    <a:pt x="3075" y="590310"/>
                  </a:lnTo>
                  <a:lnTo>
                    <a:pt x="3148" y="590669"/>
                  </a:lnTo>
                  <a:lnTo>
                    <a:pt x="26679" y="631753"/>
                  </a:lnTo>
                  <a:lnTo>
                    <a:pt x="67765" y="655294"/>
                  </a:lnTo>
                  <a:lnTo>
                    <a:pt x="91439" y="658444"/>
                  </a:lnTo>
                  <a:lnTo>
                    <a:pt x="8138160" y="658075"/>
                  </a:lnTo>
                  <a:lnTo>
                    <a:pt x="8183880" y="645845"/>
                  </a:lnTo>
                  <a:lnTo>
                    <a:pt x="8217357" y="612355"/>
                  </a:lnTo>
                  <a:lnTo>
                    <a:pt x="8228726" y="579003"/>
                  </a:lnTo>
                  <a:lnTo>
                    <a:pt x="8228799" y="578642"/>
                  </a:lnTo>
                  <a:lnTo>
                    <a:pt x="8229575" y="567004"/>
                  </a:lnTo>
                  <a:lnTo>
                    <a:pt x="8229600" y="566635"/>
                  </a:lnTo>
                  <a:lnTo>
                    <a:pt x="8229231" y="91439"/>
                  </a:lnTo>
                  <a:lnTo>
                    <a:pt x="8217001" y="45719"/>
                  </a:lnTo>
                  <a:lnTo>
                    <a:pt x="8183511" y="12242"/>
                  </a:lnTo>
                  <a:lnTo>
                    <a:pt x="8149798" y="798"/>
                  </a:lnTo>
                  <a:lnTo>
                    <a:pt x="8137791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preencoded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1715" y="4141802"/>
              <a:ext cx="328676" cy="328676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1084580" y="4206495"/>
            <a:ext cx="539305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70" i="1">
                <a:solidFill>
                  <a:srgbClr val="1D3FAE"/>
                </a:solidFill>
                <a:latin typeface="Trebuchet MS"/>
                <a:cs typeface="Trebuchet MS"/>
              </a:rPr>
              <a:t>Fun</a:t>
            </a:r>
            <a:r>
              <a:rPr dirty="0" sz="1150" spc="-60" i="1">
                <a:solidFill>
                  <a:srgbClr val="1D3FAE"/>
                </a:solidFill>
                <a:latin typeface="Trebuchet MS"/>
                <a:cs typeface="Trebuchet MS"/>
              </a:rPr>
              <a:t> </a:t>
            </a:r>
            <a:r>
              <a:rPr dirty="0" sz="1150" spc="-85" i="1">
                <a:solidFill>
                  <a:srgbClr val="1D3FAE"/>
                </a:solidFill>
                <a:latin typeface="Trebuchet MS"/>
                <a:cs typeface="Trebuchet MS"/>
              </a:rPr>
              <a:t>Fact:</a:t>
            </a:r>
            <a:r>
              <a:rPr dirty="0" sz="1150" spc="-60" i="1">
                <a:solidFill>
                  <a:srgbClr val="1D3FAE"/>
                </a:solidFill>
                <a:latin typeface="Trebuchet MS"/>
                <a:cs typeface="Trebuchet MS"/>
              </a:rPr>
              <a:t> </a:t>
            </a:r>
            <a:r>
              <a:rPr dirty="0" sz="1150" spc="-55" i="1">
                <a:solidFill>
                  <a:srgbClr val="1D3FAE"/>
                </a:solidFill>
                <a:latin typeface="Trebuchet MS"/>
                <a:cs typeface="Trebuchet MS"/>
              </a:rPr>
              <a:t>Python </a:t>
            </a:r>
            <a:r>
              <a:rPr dirty="0" sz="1150" spc="-30" i="1">
                <a:solidFill>
                  <a:srgbClr val="1D3FAE"/>
                </a:solidFill>
                <a:latin typeface="Trebuchet MS"/>
                <a:cs typeface="Trebuchet MS"/>
              </a:rPr>
              <a:t>was</a:t>
            </a:r>
            <a:r>
              <a:rPr dirty="0" sz="1150" spc="-55" i="1">
                <a:solidFill>
                  <a:srgbClr val="1D3FAE"/>
                </a:solidFill>
                <a:latin typeface="Trebuchet MS"/>
                <a:cs typeface="Trebuchet MS"/>
              </a:rPr>
              <a:t> </a:t>
            </a:r>
            <a:r>
              <a:rPr dirty="0" sz="1150" spc="-45" i="1">
                <a:solidFill>
                  <a:srgbClr val="1D3FAE"/>
                </a:solidFill>
                <a:latin typeface="Trebuchet MS"/>
                <a:cs typeface="Trebuchet MS"/>
              </a:rPr>
              <a:t>named</a:t>
            </a:r>
            <a:r>
              <a:rPr dirty="0" sz="1150" spc="-55" i="1">
                <a:solidFill>
                  <a:srgbClr val="1D3FAE"/>
                </a:solidFill>
                <a:latin typeface="Trebuchet MS"/>
                <a:cs typeface="Trebuchet MS"/>
              </a:rPr>
              <a:t> </a:t>
            </a:r>
            <a:r>
              <a:rPr dirty="0" sz="1150" spc="-20" i="1">
                <a:solidFill>
                  <a:srgbClr val="1D3FAE"/>
                </a:solidFill>
                <a:latin typeface="Trebuchet MS"/>
                <a:cs typeface="Trebuchet MS"/>
              </a:rPr>
              <a:t>aker</a:t>
            </a:r>
            <a:r>
              <a:rPr dirty="0" sz="1150" spc="-50" i="1">
                <a:solidFill>
                  <a:srgbClr val="1D3FAE"/>
                </a:solidFill>
                <a:latin typeface="Trebuchet MS"/>
                <a:cs typeface="Trebuchet MS"/>
              </a:rPr>
              <a:t> </a:t>
            </a:r>
            <a:r>
              <a:rPr dirty="0" sz="1150" spc="-85" i="1">
                <a:solidFill>
                  <a:srgbClr val="1D3FAE"/>
                </a:solidFill>
                <a:latin typeface="Trebuchet MS"/>
                <a:cs typeface="Trebuchet MS"/>
              </a:rPr>
              <a:t>the</a:t>
            </a:r>
            <a:r>
              <a:rPr dirty="0" sz="1150" spc="-50" i="1">
                <a:solidFill>
                  <a:srgbClr val="1D3FAE"/>
                </a:solidFill>
                <a:latin typeface="Trebuchet MS"/>
                <a:cs typeface="Trebuchet MS"/>
              </a:rPr>
              <a:t> </a:t>
            </a:r>
            <a:r>
              <a:rPr dirty="0" sz="1150" spc="-75" i="1">
                <a:solidFill>
                  <a:srgbClr val="1D3FAE"/>
                </a:solidFill>
                <a:latin typeface="Trebuchet MS"/>
                <a:cs typeface="Trebuchet MS"/>
              </a:rPr>
              <a:t>British</a:t>
            </a:r>
            <a:r>
              <a:rPr dirty="0" sz="1150" spc="-55" i="1">
                <a:solidFill>
                  <a:srgbClr val="1D3FAE"/>
                </a:solidFill>
                <a:latin typeface="Trebuchet MS"/>
                <a:cs typeface="Trebuchet MS"/>
              </a:rPr>
              <a:t> </a:t>
            </a:r>
            <a:r>
              <a:rPr dirty="0" sz="1150" spc="-60" i="1">
                <a:solidFill>
                  <a:srgbClr val="1D3FAE"/>
                </a:solidFill>
                <a:latin typeface="Trebuchet MS"/>
                <a:cs typeface="Trebuchet MS"/>
              </a:rPr>
              <a:t>comedy</a:t>
            </a:r>
            <a:r>
              <a:rPr dirty="0" sz="1150" spc="-65" i="1">
                <a:solidFill>
                  <a:srgbClr val="1D3FAE"/>
                </a:solidFill>
                <a:latin typeface="Trebuchet MS"/>
                <a:cs typeface="Trebuchet MS"/>
              </a:rPr>
              <a:t> </a:t>
            </a:r>
            <a:r>
              <a:rPr dirty="0" sz="1150" spc="-40" i="1">
                <a:solidFill>
                  <a:srgbClr val="1D3FAE"/>
                </a:solidFill>
                <a:latin typeface="Trebuchet MS"/>
                <a:cs typeface="Trebuchet MS"/>
              </a:rPr>
              <a:t>show</a:t>
            </a:r>
            <a:r>
              <a:rPr dirty="0" sz="1150" spc="-55" i="1">
                <a:solidFill>
                  <a:srgbClr val="1D3FAE"/>
                </a:solidFill>
                <a:latin typeface="Trebuchet MS"/>
                <a:cs typeface="Trebuchet MS"/>
              </a:rPr>
              <a:t> </a:t>
            </a:r>
            <a:r>
              <a:rPr dirty="0" sz="1150" spc="-50" i="1">
                <a:solidFill>
                  <a:srgbClr val="1D3FAE"/>
                </a:solidFill>
                <a:latin typeface="Trebuchet MS"/>
                <a:cs typeface="Trebuchet MS"/>
              </a:rPr>
              <a:t>“Monty </a:t>
            </a:r>
            <a:r>
              <a:rPr dirty="0" sz="1150" spc="-75" i="1">
                <a:solidFill>
                  <a:srgbClr val="1D3FAE"/>
                </a:solidFill>
                <a:latin typeface="Trebuchet MS"/>
                <a:cs typeface="Trebuchet MS"/>
              </a:rPr>
              <a:t>Python’s</a:t>
            </a:r>
            <a:r>
              <a:rPr dirty="0" sz="1150" spc="-55" i="1">
                <a:solidFill>
                  <a:srgbClr val="1D3FAE"/>
                </a:solidFill>
                <a:latin typeface="Trebuchet MS"/>
                <a:cs typeface="Trebuchet MS"/>
              </a:rPr>
              <a:t> </a:t>
            </a:r>
            <a:r>
              <a:rPr dirty="0" sz="1150" spc="-65" i="1">
                <a:solidFill>
                  <a:srgbClr val="1D3FAE"/>
                </a:solidFill>
                <a:latin typeface="Trebuchet MS"/>
                <a:cs typeface="Trebuchet MS"/>
              </a:rPr>
              <a:t>Flying</a:t>
            </a:r>
            <a:r>
              <a:rPr dirty="0" sz="1150" spc="-55" i="1">
                <a:solidFill>
                  <a:srgbClr val="1D3FAE"/>
                </a:solidFill>
                <a:latin typeface="Trebuchet MS"/>
                <a:cs typeface="Trebuchet MS"/>
              </a:rPr>
              <a:t> </a:t>
            </a:r>
            <a:r>
              <a:rPr dirty="0" sz="1150" spc="-40" i="1">
                <a:solidFill>
                  <a:srgbClr val="1D3FAE"/>
                </a:solidFill>
                <a:latin typeface="Trebuchet MS"/>
                <a:cs typeface="Trebuchet MS"/>
              </a:rPr>
              <a:t>Circus.”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VaultofCode</a:t>
            </a:r>
            <a:r>
              <a:rPr dirty="0" spc="15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Python</a:t>
            </a:r>
            <a:r>
              <a:rPr dirty="0" spc="-15"/>
              <a:t> </a:t>
            </a:r>
            <a:r>
              <a:rPr dirty="0" spc="-10"/>
              <a:t>Programming</a:t>
            </a:r>
            <a:r>
              <a:rPr dirty="0" spc="-15"/>
              <a:t> </a:t>
            </a:r>
            <a:r>
              <a:rPr dirty="0" spc="-10"/>
              <a:t>Internship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5"/>
              <a:t>Applications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 spc="50"/>
              <a:t>Python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2320" y="976670"/>
            <a:ext cx="2900680" cy="1620520"/>
            <a:chOff x="382320" y="976670"/>
            <a:chExt cx="2900680" cy="16205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2320" y="976670"/>
              <a:ext cx="2900514" cy="16200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7200" y="1051562"/>
              <a:ext cx="2697480" cy="1417320"/>
            </a:xfrm>
            <a:custGeom>
              <a:avLst/>
              <a:gdLst/>
              <a:ahLst/>
              <a:cxnLst/>
              <a:rect l="l" t="t" r="r" b="b"/>
              <a:pathLst>
                <a:path w="2697480" h="1417320">
                  <a:moveTo>
                    <a:pt x="2605684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1325880"/>
                  </a:lnTo>
                  <a:lnTo>
                    <a:pt x="12242" y="1371600"/>
                  </a:lnTo>
                  <a:lnTo>
                    <a:pt x="45720" y="1405077"/>
                  </a:lnTo>
                  <a:lnTo>
                    <a:pt x="91440" y="1417320"/>
                  </a:lnTo>
                  <a:lnTo>
                    <a:pt x="2606040" y="1416964"/>
                  </a:lnTo>
                  <a:lnTo>
                    <a:pt x="2651760" y="1404721"/>
                  </a:lnTo>
                  <a:lnTo>
                    <a:pt x="2685237" y="1371244"/>
                  </a:lnTo>
                  <a:lnTo>
                    <a:pt x="2694207" y="1349549"/>
                  </a:lnTo>
                  <a:lnTo>
                    <a:pt x="2694330" y="1349189"/>
                  </a:lnTo>
                  <a:lnTo>
                    <a:pt x="2696608" y="1337885"/>
                  </a:lnTo>
                  <a:lnTo>
                    <a:pt x="2696681" y="1337524"/>
                  </a:lnTo>
                  <a:lnTo>
                    <a:pt x="2697456" y="1325880"/>
                  </a:lnTo>
                  <a:lnTo>
                    <a:pt x="2697124" y="91439"/>
                  </a:lnTo>
                  <a:lnTo>
                    <a:pt x="2684881" y="45720"/>
                  </a:lnTo>
                  <a:lnTo>
                    <a:pt x="2651404" y="12242"/>
                  </a:lnTo>
                  <a:lnTo>
                    <a:pt x="2617684" y="798"/>
                  </a:lnTo>
                  <a:lnTo>
                    <a:pt x="26056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58444" y="1234442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637" y="0"/>
                  </a:moveTo>
                  <a:lnTo>
                    <a:pt x="186339" y="8504"/>
                  </a:lnTo>
                  <a:lnTo>
                    <a:pt x="125641" y="33477"/>
                  </a:lnTo>
                  <a:lnTo>
                    <a:pt x="73659" y="73482"/>
                  </a:lnTo>
                  <a:lnTo>
                    <a:pt x="33832" y="125641"/>
                  </a:lnTo>
                  <a:lnTo>
                    <a:pt x="8548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2" y="347417"/>
                  </a:lnTo>
                  <a:lnTo>
                    <a:pt x="52074" y="404328"/>
                  </a:lnTo>
                  <a:lnTo>
                    <a:pt x="98283" y="450777"/>
                  </a:lnTo>
                  <a:lnTo>
                    <a:pt x="155195" y="483631"/>
                  </a:lnTo>
                  <a:lnTo>
                    <a:pt x="218633" y="500721"/>
                  </a:lnTo>
                  <a:lnTo>
                    <a:pt x="251637" y="502920"/>
                  </a:lnTo>
                  <a:lnTo>
                    <a:pt x="284429" y="500721"/>
                  </a:lnTo>
                  <a:lnTo>
                    <a:pt x="347723" y="483631"/>
                  </a:lnTo>
                  <a:lnTo>
                    <a:pt x="404628" y="450777"/>
                  </a:lnTo>
                  <a:lnTo>
                    <a:pt x="450832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20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2" y="98228"/>
                  </a:lnTo>
                  <a:lnTo>
                    <a:pt x="404628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474" y="1347116"/>
              <a:ext cx="276123" cy="27612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45744" y="1775617"/>
            <a:ext cx="2032635" cy="66421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250" spc="-20" b="1">
                <a:solidFill>
                  <a:srgbClr val="1D3FAE"/>
                </a:solidFill>
                <a:latin typeface="Times New Roman"/>
                <a:cs typeface="Times New Roman"/>
              </a:rPr>
              <a:t>Web</a:t>
            </a:r>
            <a:r>
              <a:rPr dirty="0" sz="1250" spc="-55" b="1">
                <a:solidFill>
                  <a:srgbClr val="1D3FAE"/>
                </a:solidFill>
                <a:latin typeface="Times New Roman"/>
                <a:cs typeface="Times New Roman"/>
              </a:rPr>
              <a:t> </a:t>
            </a:r>
            <a:r>
              <a:rPr dirty="0" sz="1250" spc="-10" b="1">
                <a:solidFill>
                  <a:srgbClr val="1D3FAE"/>
                </a:solidFill>
                <a:latin typeface="Times New Roman"/>
                <a:cs typeface="Times New Roman"/>
              </a:rPr>
              <a:t>Development</a:t>
            </a:r>
            <a:endParaRPr sz="1250">
              <a:latin typeface="Times New Roman"/>
              <a:cs typeface="Times New Roman"/>
            </a:endParaRPr>
          </a:p>
          <a:p>
            <a:pPr marL="12700" marR="5080">
              <a:lnSpc>
                <a:spcPct val="109900"/>
              </a:lnSpc>
              <a:spcBef>
                <a:spcPts val="375"/>
              </a:spcBef>
            </a:pPr>
            <a:r>
              <a:rPr dirty="0" sz="950">
                <a:solidFill>
                  <a:srgbClr val="63738A"/>
                </a:solidFill>
                <a:latin typeface="Calibri"/>
                <a:cs typeface="Calibri"/>
              </a:rPr>
              <a:t>Build</a:t>
            </a:r>
            <a:r>
              <a:rPr dirty="0" sz="95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3738A"/>
                </a:solidFill>
                <a:latin typeface="Calibri"/>
                <a:cs typeface="Calibri"/>
              </a:rPr>
              <a:t>dynamic</a:t>
            </a:r>
            <a:r>
              <a:rPr dirty="0" sz="95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63738A"/>
                </a:solidFill>
                <a:latin typeface="Calibri"/>
                <a:cs typeface="Calibri"/>
              </a:rPr>
              <a:t>websites</a:t>
            </a:r>
            <a:r>
              <a:rPr dirty="0" sz="95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3738A"/>
                </a:solidFill>
                <a:latin typeface="Calibri"/>
                <a:cs typeface="Calibri"/>
              </a:rPr>
              <a:t>using</a:t>
            </a:r>
            <a:r>
              <a:rPr dirty="0" sz="950" spc="-3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3738A"/>
                </a:solidFill>
                <a:latin typeface="Calibri"/>
                <a:cs typeface="Calibri"/>
              </a:rPr>
              <a:t>Django</a:t>
            </a:r>
            <a:r>
              <a:rPr dirty="0" sz="950" spc="-25">
                <a:solidFill>
                  <a:srgbClr val="63738A"/>
                </a:solidFill>
                <a:latin typeface="Calibri"/>
                <a:cs typeface="Calibri"/>
              </a:rPr>
              <a:t> and</a:t>
            </a:r>
            <a:r>
              <a:rPr dirty="0" sz="950" spc="-10">
                <a:solidFill>
                  <a:srgbClr val="63738A"/>
                </a:solidFill>
                <a:latin typeface="Calibri"/>
                <a:cs typeface="Calibri"/>
              </a:rPr>
              <a:t> Flask.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216960" y="976670"/>
            <a:ext cx="2900680" cy="1620520"/>
            <a:chOff x="3216960" y="976670"/>
            <a:chExt cx="2900680" cy="162052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6960" y="976670"/>
              <a:ext cx="2900514" cy="162001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91840" y="1051562"/>
              <a:ext cx="2697480" cy="1417320"/>
            </a:xfrm>
            <a:custGeom>
              <a:avLst/>
              <a:gdLst/>
              <a:ahLst/>
              <a:cxnLst/>
              <a:rect l="l" t="t" r="r" b="b"/>
              <a:pathLst>
                <a:path w="2697479" h="1417320">
                  <a:moveTo>
                    <a:pt x="260568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1325880"/>
                  </a:lnTo>
                  <a:lnTo>
                    <a:pt x="774" y="1337524"/>
                  </a:lnTo>
                  <a:lnTo>
                    <a:pt x="798" y="1337885"/>
                  </a:lnTo>
                  <a:lnTo>
                    <a:pt x="3076" y="1349189"/>
                  </a:lnTo>
                  <a:lnTo>
                    <a:pt x="3149" y="1349549"/>
                  </a:lnTo>
                  <a:lnTo>
                    <a:pt x="6864" y="1360451"/>
                  </a:lnTo>
                  <a:lnTo>
                    <a:pt x="35676" y="1398483"/>
                  </a:lnTo>
                  <a:lnTo>
                    <a:pt x="79434" y="1416521"/>
                  </a:lnTo>
                  <a:lnTo>
                    <a:pt x="91439" y="1417320"/>
                  </a:lnTo>
                  <a:lnTo>
                    <a:pt x="2606040" y="1416964"/>
                  </a:lnTo>
                  <a:lnTo>
                    <a:pt x="2651760" y="1404721"/>
                  </a:lnTo>
                  <a:lnTo>
                    <a:pt x="2685237" y="1371244"/>
                  </a:lnTo>
                  <a:lnTo>
                    <a:pt x="2696608" y="1337885"/>
                  </a:lnTo>
                  <a:lnTo>
                    <a:pt x="2696681" y="1337524"/>
                  </a:lnTo>
                  <a:lnTo>
                    <a:pt x="2697456" y="1325880"/>
                  </a:lnTo>
                  <a:lnTo>
                    <a:pt x="2697480" y="1325524"/>
                  </a:lnTo>
                  <a:lnTo>
                    <a:pt x="2697124" y="91439"/>
                  </a:lnTo>
                  <a:lnTo>
                    <a:pt x="2684881" y="45720"/>
                  </a:lnTo>
                  <a:lnTo>
                    <a:pt x="2651404" y="12242"/>
                  </a:lnTo>
                  <a:lnTo>
                    <a:pt x="2617684" y="798"/>
                  </a:lnTo>
                  <a:lnTo>
                    <a:pt x="26056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493084" y="1234442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269" y="0"/>
                  </a:moveTo>
                  <a:lnTo>
                    <a:pt x="186293" y="8504"/>
                  </a:lnTo>
                  <a:lnTo>
                    <a:pt x="125641" y="33477"/>
                  </a:lnTo>
                  <a:lnTo>
                    <a:pt x="73660" y="73482"/>
                  </a:lnTo>
                  <a:lnTo>
                    <a:pt x="33832" y="125641"/>
                  </a:lnTo>
                  <a:lnTo>
                    <a:pt x="8548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2" y="347417"/>
                  </a:lnTo>
                  <a:lnTo>
                    <a:pt x="52074" y="404328"/>
                  </a:lnTo>
                  <a:lnTo>
                    <a:pt x="98283" y="450777"/>
                  </a:lnTo>
                  <a:lnTo>
                    <a:pt x="155189" y="483631"/>
                  </a:lnTo>
                  <a:lnTo>
                    <a:pt x="218477" y="500721"/>
                  </a:lnTo>
                  <a:lnTo>
                    <a:pt x="251269" y="502920"/>
                  </a:lnTo>
                  <a:lnTo>
                    <a:pt x="284274" y="500721"/>
                  </a:lnTo>
                  <a:lnTo>
                    <a:pt x="347717" y="483631"/>
                  </a:lnTo>
                  <a:lnTo>
                    <a:pt x="404628" y="450777"/>
                  </a:lnTo>
                  <a:lnTo>
                    <a:pt x="450832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20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2" y="98228"/>
                  </a:lnTo>
                  <a:lnTo>
                    <a:pt x="404628" y="51774"/>
                  </a:lnTo>
                  <a:lnTo>
                    <a:pt x="347717" y="18982"/>
                  </a:lnTo>
                  <a:lnTo>
                    <a:pt x="284274" y="2142"/>
                  </a:lnTo>
                  <a:lnTo>
                    <a:pt x="251269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06114" y="1347116"/>
              <a:ext cx="276123" cy="276123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480384" y="1775617"/>
            <a:ext cx="2197100" cy="66421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250" b="1">
                <a:solidFill>
                  <a:srgbClr val="1D3FAE"/>
                </a:solidFill>
                <a:latin typeface="Times New Roman"/>
                <a:cs typeface="Times New Roman"/>
              </a:rPr>
              <a:t>Artificial</a:t>
            </a:r>
            <a:r>
              <a:rPr dirty="0" sz="1250" spc="80" b="1">
                <a:solidFill>
                  <a:srgbClr val="1D3FAE"/>
                </a:solidFill>
                <a:latin typeface="Times New Roman"/>
                <a:cs typeface="Times New Roman"/>
              </a:rPr>
              <a:t> </a:t>
            </a:r>
            <a:r>
              <a:rPr dirty="0" sz="1250" spc="-10" b="1">
                <a:solidFill>
                  <a:srgbClr val="1D3FAE"/>
                </a:solidFill>
                <a:latin typeface="Times New Roman"/>
                <a:cs typeface="Times New Roman"/>
              </a:rPr>
              <a:t>Intelligence</a:t>
            </a:r>
            <a:endParaRPr sz="1250">
              <a:latin typeface="Times New Roman"/>
              <a:cs typeface="Times New Roman"/>
            </a:endParaRPr>
          </a:p>
          <a:p>
            <a:pPr marL="12700" marR="5080">
              <a:lnSpc>
                <a:spcPct val="109900"/>
              </a:lnSpc>
              <a:spcBef>
                <a:spcPts val="375"/>
              </a:spcBef>
            </a:pPr>
            <a:r>
              <a:rPr dirty="0" sz="950" spc="-10">
                <a:solidFill>
                  <a:srgbClr val="63738A"/>
                </a:solidFill>
                <a:latin typeface="Calibri"/>
                <a:cs typeface="Calibri"/>
              </a:rPr>
              <a:t>Create</a:t>
            </a:r>
            <a:r>
              <a:rPr dirty="0" sz="95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63738A"/>
                </a:solidFill>
                <a:latin typeface="Calibri"/>
                <a:cs typeface="Calibri"/>
              </a:rPr>
              <a:t>intelligent</a:t>
            </a:r>
            <a:r>
              <a:rPr dirty="0" sz="950" spc="-1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63738A"/>
                </a:solidFill>
                <a:latin typeface="Calibri"/>
                <a:cs typeface="Calibri"/>
              </a:rPr>
              <a:t>systems</a:t>
            </a:r>
            <a:r>
              <a:rPr dirty="0" sz="950" spc="-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3738A"/>
                </a:solidFill>
                <a:latin typeface="Calibri"/>
                <a:cs typeface="Calibri"/>
              </a:rPr>
              <a:t>that</a:t>
            </a:r>
            <a:r>
              <a:rPr dirty="0" sz="950" spc="-1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3738A"/>
                </a:solidFill>
                <a:latin typeface="Calibri"/>
                <a:cs typeface="Calibri"/>
              </a:rPr>
              <a:t>mimic</a:t>
            </a:r>
            <a:r>
              <a:rPr dirty="0" sz="950" spc="-1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63738A"/>
                </a:solidFill>
                <a:latin typeface="Calibri"/>
                <a:cs typeface="Calibri"/>
              </a:rPr>
              <a:t>human</a:t>
            </a:r>
            <a:r>
              <a:rPr dirty="0" sz="950" spc="-10">
                <a:solidFill>
                  <a:srgbClr val="63738A"/>
                </a:solidFill>
                <a:latin typeface="Calibri"/>
                <a:cs typeface="Calibri"/>
              </a:rPr>
              <a:t> thinking.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051600" y="976670"/>
            <a:ext cx="2900680" cy="1620520"/>
            <a:chOff x="6051600" y="976670"/>
            <a:chExt cx="2900680" cy="162052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1600" y="976670"/>
              <a:ext cx="2900514" cy="162001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126479" y="1051562"/>
              <a:ext cx="2697480" cy="1417320"/>
            </a:xfrm>
            <a:custGeom>
              <a:avLst/>
              <a:gdLst/>
              <a:ahLst/>
              <a:cxnLst/>
              <a:rect l="l" t="t" r="r" b="b"/>
              <a:pathLst>
                <a:path w="2697479" h="1417320">
                  <a:moveTo>
                    <a:pt x="2605684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1325880"/>
                  </a:lnTo>
                  <a:lnTo>
                    <a:pt x="774" y="1337524"/>
                  </a:lnTo>
                  <a:lnTo>
                    <a:pt x="798" y="1337885"/>
                  </a:lnTo>
                  <a:lnTo>
                    <a:pt x="3076" y="1349189"/>
                  </a:lnTo>
                  <a:lnTo>
                    <a:pt x="3149" y="1349549"/>
                  </a:lnTo>
                  <a:lnTo>
                    <a:pt x="6864" y="1360451"/>
                  </a:lnTo>
                  <a:lnTo>
                    <a:pt x="35676" y="1398483"/>
                  </a:lnTo>
                  <a:lnTo>
                    <a:pt x="79434" y="1416521"/>
                  </a:lnTo>
                  <a:lnTo>
                    <a:pt x="91440" y="1417320"/>
                  </a:lnTo>
                  <a:lnTo>
                    <a:pt x="2606040" y="1416964"/>
                  </a:lnTo>
                  <a:lnTo>
                    <a:pt x="2651760" y="1404721"/>
                  </a:lnTo>
                  <a:lnTo>
                    <a:pt x="2685237" y="1371244"/>
                  </a:lnTo>
                  <a:lnTo>
                    <a:pt x="2694207" y="1349549"/>
                  </a:lnTo>
                  <a:lnTo>
                    <a:pt x="2694330" y="1349189"/>
                  </a:lnTo>
                  <a:lnTo>
                    <a:pt x="2696608" y="1337885"/>
                  </a:lnTo>
                  <a:lnTo>
                    <a:pt x="2696681" y="1337524"/>
                  </a:lnTo>
                  <a:lnTo>
                    <a:pt x="2697456" y="1325880"/>
                  </a:lnTo>
                  <a:lnTo>
                    <a:pt x="2697124" y="91439"/>
                  </a:lnTo>
                  <a:lnTo>
                    <a:pt x="2684881" y="45720"/>
                  </a:lnTo>
                  <a:lnTo>
                    <a:pt x="2651404" y="12242"/>
                  </a:lnTo>
                  <a:lnTo>
                    <a:pt x="2617684" y="798"/>
                  </a:lnTo>
                  <a:lnTo>
                    <a:pt x="26056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327724" y="1234442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269" y="0"/>
                  </a:moveTo>
                  <a:lnTo>
                    <a:pt x="186293" y="8504"/>
                  </a:lnTo>
                  <a:lnTo>
                    <a:pt x="125641" y="33477"/>
                  </a:lnTo>
                  <a:lnTo>
                    <a:pt x="73660" y="73482"/>
                  </a:lnTo>
                  <a:lnTo>
                    <a:pt x="33832" y="125641"/>
                  </a:lnTo>
                  <a:lnTo>
                    <a:pt x="8548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2" y="347417"/>
                  </a:lnTo>
                  <a:lnTo>
                    <a:pt x="52074" y="404328"/>
                  </a:lnTo>
                  <a:lnTo>
                    <a:pt x="98283" y="450777"/>
                  </a:lnTo>
                  <a:lnTo>
                    <a:pt x="155189" y="483631"/>
                  </a:lnTo>
                  <a:lnTo>
                    <a:pt x="218477" y="500721"/>
                  </a:lnTo>
                  <a:lnTo>
                    <a:pt x="251269" y="502920"/>
                  </a:lnTo>
                  <a:lnTo>
                    <a:pt x="284274" y="500721"/>
                  </a:lnTo>
                  <a:lnTo>
                    <a:pt x="347717" y="483631"/>
                  </a:lnTo>
                  <a:lnTo>
                    <a:pt x="404628" y="450777"/>
                  </a:lnTo>
                  <a:lnTo>
                    <a:pt x="450832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20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2" y="98228"/>
                  </a:lnTo>
                  <a:lnTo>
                    <a:pt x="404628" y="51774"/>
                  </a:lnTo>
                  <a:lnTo>
                    <a:pt x="347717" y="18982"/>
                  </a:lnTo>
                  <a:lnTo>
                    <a:pt x="284274" y="2142"/>
                  </a:lnTo>
                  <a:lnTo>
                    <a:pt x="251269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40754" y="1347116"/>
              <a:ext cx="276123" cy="276123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315024" y="1857503"/>
            <a:ext cx="2025014" cy="50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b="1">
                <a:solidFill>
                  <a:srgbClr val="1D3FAE"/>
                </a:solidFill>
                <a:latin typeface="Times New Roman"/>
                <a:cs typeface="Times New Roman"/>
              </a:rPr>
              <a:t>Machine</a:t>
            </a:r>
            <a:r>
              <a:rPr dirty="0" sz="1250" spc="65" b="1">
                <a:solidFill>
                  <a:srgbClr val="1D3FAE"/>
                </a:solidFill>
                <a:latin typeface="Times New Roman"/>
                <a:cs typeface="Times New Roman"/>
              </a:rPr>
              <a:t> </a:t>
            </a:r>
            <a:r>
              <a:rPr dirty="0" sz="1250" spc="-10" b="1">
                <a:solidFill>
                  <a:srgbClr val="1D3FAE"/>
                </a:solidFill>
                <a:latin typeface="Times New Roman"/>
                <a:cs typeface="Times New Roman"/>
              </a:rPr>
              <a:t>Learning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dirty="0" sz="950" spc="-20">
                <a:solidFill>
                  <a:srgbClr val="63738A"/>
                </a:solidFill>
                <a:latin typeface="Calibri"/>
                <a:cs typeface="Calibri"/>
              </a:rPr>
              <a:t>Train</a:t>
            </a:r>
            <a:r>
              <a:rPr dirty="0" sz="95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3738A"/>
                </a:solidFill>
                <a:latin typeface="Calibri"/>
                <a:cs typeface="Calibri"/>
              </a:rPr>
              <a:t>models</a:t>
            </a:r>
            <a:r>
              <a:rPr dirty="0" sz="95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3738A"/>
                </a:solidFill>
                <a:latin typeface="Calibri"/>
                <a:cs typeface="Calibri"/>
              </a:rPr>
              <a:t>to</a:t>
            </a:r>
            <a:r>
              <a:rPr dirty="0" sz="95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3738A"/>
                </a:solidFill>
                <a:latin typeface="Calibri"/>
                <a:cs typeface="Calibri"/>
              </a:rPr>
              <a:t>learn</a:t>
            </a:r>
            <a:r>
              <a:rPr dirty="0" sz="95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63738A"/>
                </a:solidFill>
                <a:latin typeface="Calibri"/>
                <a:cs typeface="Calibri"/>
              </a:rPr>
              <a:t>patterns</a:t>
            </a:r>
            <a:r>
              <a:rPr dirty="0" sz="95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3738A"/>
                </a:solidFill>
                <a:latin typeface="Calibri"/>
                <a:cs typeface="Calibri"/>
              </a:rPr>
              <a:t>from</a:t>
            </a:r>
            <a:r>
              <a:rPr dirty="0" sz="950" spc="-20">
                <a:solidFill>
                  <a:srgbClr val="63738A"/>
                </a:solidFill>
                <a:latin typeface="Calibri"/>
                <a:cs typeface="Calibri"/>
              </a:rPr>
              <a:t> data.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82320" y="2576870"/>
            <a:ext cx="2900680" cy="1620520"/>
            <a:chOff x="382320" y="2576870"/>
            <a:chExt cx="2900680" cy="162052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2320" y="2576870"/>
              <a:ext cx="2900514" cy="162001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57200" y="2651762"/>
              <a:ext cx="2697480" cy="1417320"/>
            </a:xfrm>
            <a:custGeom>
              <a:avLst/>
              <a:gdLst/>
              <a:ahLst/>
              <a:cxnLst/>
              <a:rect l="l" t="t" r="r" b="b"/>
              <a:pathLst>
                <a:path w="2697480" h="1417320">
                  <a:moveTo>
                    <a:pt x="2605684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1325880"/>
                  </a:lnTo>
                  <a:lnTo>
                    <a:pt x="774" y="1337524"/>
                  </a:lnTo>
                  <a:lnTo>
                    <a:pt x="798" y="1337885"/>
                  </a:lnTo>
                  <a:lnTo>
                    <a:pt x="3076" y="1349189"/>
                  </a:lnTo>
                  <a:lnTo>
                    <a:pt x="3149" y="1349549"/>
                  </a:lnTo>
                  <a:lnTo>
                    <a:pt x="6864" y="1360451"/>
                  </a:lnTo>
                  <a:lnTo>
                    <a:pt x="35676" y="1398483"/>
                  </a:lnTo>
                  <a:lnTo>
                    <a:pt x="79434" y="1416521"/>
                  </a:lnTo>
                  <a:lnTo>
                    <a:pt x="91440" y="1417320"/>
                  </a:lnTo>
                  <a:lnTo>
                    <a:pt x="2606040" y="1416964"/>
                  </a:lnTo>
                  <a:lnTo>
                    <a:pt x="2651760" y="1404721"/>
                  </a:lnTo>
                  <a:lnTo>
                    <a:pt x="2685237" y="1371244"/>
                  </a:lnTo>
                  <a:lnTo>
                    <a:pt x="2697456" y="1325880"/>
                  </a:lnTo>
                  <a:lnTo>
                    <a:pt x="2697480" y="1325524"/>
                  </a:lnTo>
                  <a:lnTo>
                    <a:pt x="2697124" y="91439"/>
                  </a:lnTo>
                  <a:lnTo>
                    <a:pt x="2684881" y="45719"/>
                  </a:lnTo>
                  <a:lnTo>
                    <a:pt x="2651404" y="12242"/>
                  </a:lnTo>
                  <a:lnTo>
                    <a:pt x="2617684" y="798"/>
                  </a:lnTo>
                  <a:lnTo>
                    <a:pt x="26056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58444" y="2834286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637" y="0"/>
                  </a:moveTo>
                  <a:lnTo>
                    <a:pt x="186339" y="8682"/>
                  </a:lnTo>
                  <a:lnTo>
                    <a:pt x="125641" y="33832"/>
                  </a:lnTo>
                  <a:lnTo>
                    <a:pt x="73659" y="73837"/>
                  </a:lnTo>
                  <a:lnTo>
                    <a:pt x="33832" y="125996"/>
                  </a:lnTo>
                  <a:lnTo>
                    <a:pt x="8548" y="186521"/>
                  </a:lnTo>
                  <a:lnTo>
                    <a:pt x="0" y="251637"/>
                  </a:lnTo>
                  <a:lnTo>
                    <a:pt x="2148" y="284579"/>
                  </a:lnTo>
                  <a:lnTo>
                    <a:pt x="19132" y="347773"/>
                  </a:lnTo>
                  <a:lnTo>
                    <a:pt x="52074" y="404684"/>
                  </a:lnTo>
                  <a:lnTo>
                    <a:pt x="98283" y="451132"/>
                  </a:lnTo>
                  <a:lnTo>
                    <a:pt x="155195" y="483931"/>
                  </a:lnTo>
                  <a:lnTo>
                    <a:pt x="218633" y="500776"/>
                  </a:lnTo>
                  <a:lnTo>
                    <a:pt x="251637" y="502920"/>
                  </a:lnTo>
                  <a:lnTo>
                    <a:pt x="284429" y="500776"/>
                  </a:lnTo>
                  <a:lnTo>
                    <a:pt x="347723" y="483931"/>
                  </a:lnTo>
                  <a:lnTo>
                    <a:pt x="404628" y="451132"/>
                  </a:lnTo>
                  <a:lnTo>
                    <a:pt x="450832" y="404684"/>
                  </a:lnTo>
                  <a:lnTo>
                    <a:pt x="483781" y="347773"/>
                  </a:lnTo>
                  <a:lnTo>
                    <a:pt x="500771" y="284579"/>
                  </a:lnTo>
                  <a:lnTo>
                    <a:pt x="502920" y="251637"/>
                  </a:lnTo>
                  <a:lnTo>
                    <a:pt x="500771" y="218690"/>
                  </a:lnTo>
                  <a:lnTo>
                    <a:pt x="483781" y="155500"/>
                  </a:lnTo>
                  <a:lnTo>
                    <a:pt x="450832" y="98583"/>
                  </a:lnTo>
                  <a:lnTo>
                    <a:pt x="404628" y="52130"/>
                  </a:lnTo>
                  <a:lnTo>
                    <a:pt x="347723" y="19282"/>
                  </a:lnTo>
                  <a:lnTo>
                    <a:pt x="284429" y="2198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1474" y="2947316"/>
              <a:ext cx="276123" cy="276123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45744" y="3457704"/>
            <a:ext cx="2076450" cy="50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b="1">
                <a:solidFill>
                  <a:srgbClr val="1D3FAE"/>
                </a:solidFill>
                <a:latin typeface="Times New Roman"/>
                <a:cs typeface="Times New Roman"/>
              </a:rPr>
              <a:t>Data</a:t>
            </a:r>
            <a:r>
              <a:rPr dirty="0" sz="1250" spc="-25" b="1">
                <a:solidFill>
                  <a:srgbClr val="1D3FAE"/>
                </a:solidFill>
                <a:latin typeface="Times New Roman"/>
                <a:cs typeface="Times New Roman"/>
              </a:rPr>
              <a:t> </a:t>
            </a:r>
            <a:r>
              <a:rPr dirty="0" sz="1250" spc="-10" b="1">
                <a:solidFill>
                  <a:srgbClr val="1D3FAE"/>
                </a:solidFill>
                <a:latin typeface="Times New Roman"/>
                <a:cs typeface="Times New Roman"/>
              </a:rPr>
              <a:t>Science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dirty="0" sz="950" spc="-10">
                <a:solidFill>
                  <a:srgbClr val="63738A"/>
                </a:solidFill>
                <a:latin typeface="Calibri"/>
                <a:cs typeface="Calibri"/>
              </a:rPr>
              <a:t>Analyze</a:t>
            </a:r>
            <a:r>
              <a:rPr dirty="0" sz="950" spc="-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3738A"/>
                </a:solidFill>
                <a:latin typeface="Calibri"/>
                <a:cs typeface="Calibri"/>
              </a:rPr>
              <a:t>and</a:t>
            </a:r>
            <a:r>
              <a:rPr dirty="0" sz="950" spc="-10">
                <a:solidFill>
                  <a:srgbClr val="63738A"/>
                </a:solidFill>
                <a:latin typeface="Calibri"/>
                <a:cs typeface="Calibri"/>
              </a:rPr>
              <a:t> visualize </a:t>
            </a:r>
            <a:r>
              <a:rPr dirty="0" sz="950">
                <a:solidFill>
                  <a:srgbClr val="63738A"/>
                </a:solidFill>
                <a:latin typeface="Calibri"/>
                <a:cs typeface="Calibri"/>
              </a:rPr>
              <a:t>large</a:t>
            </a:r>
            <a:r>
              <a:rPr dirty="0" sz="950" spc="-10">
                <a:solidFill>
                  <a:srgbClr val="63738A"/>
                </a:solidFill>
                <a:latin typeface="Calibri"/>
                <a:cs typeface="Calibri"/>
              </a:rPr>
              <a:t> datasets</a:t>
            </a:r>
            <a:r>
              <a:rPr dirty="0" sz="95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63738A"/>
                </a:solidFill>
                <a:latin typeface="Calibri"/>
                <a:cs typeface="Calibri"/>
              </a:rPr>
              <a:t>easily.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216960" y="2576870"/>
            <a:ext cx="2900680" cy="1620520"/>
            <a:chOff x="3216960" y="2576870"/>
            <a:chExt cx="2900680" cy="1620520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6960" y="2576870"/>
              <a:ext cx="2900514" cy="162001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291840" y="2651762"/>
              <a:ext cx="2697480" cy="1417320"/>
            </a:xfrm>
            <a:custGeom>
              <a:avLst/>
              <a:gdLst/>
              <a:ahLst/>
              <a:cxnLst/>
              <a:rect l="l" t="t" r="r" b="b"/>
              <a:pathLst>
                <a:path w="2697479" h="1417320">
                  <a:moveTo>
                    <a:pt x="260568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1325880"/>
                  </a:lnTo>
                  <a:lnTo>
                    <a:pt x="774" y="1337524"/>
                  </a:lnTo>
                  <a:lnTo>
                    <a:pt x="798" y="1337885"/>
                  </a:lnTo>
                  <a:lnTo>
                    <a:pt x="3076" y="1349189"/>
                  </a:lnTo>
                  <a:lnTo>
                    <a:pt x="3149" y="1349549"/>
                  </a:lnTo>
                  <a:lnTo>
                    <a:pt x="6864" y="1360451"/>
                  </a:lnTo>
                  <a:lnTo>
                    <a:pt x="35676" y="1398483"/>
                  </a:lnTo>
                  <a:lnTo>
                    <a:pt x="79434" y="1416521"/>
                  </a:lnTo>
                  <a:lnTo>
                    <a:pt x="91439" y="1417320"/>
                  </a:lnTo>
                  <a:lnTo>
                    <a:pt x="2606040" y="1416964"/>
                  </a:lnTo>
                  <a:lnTo>
                    <a:pt x="2651760" y="1404721"/>
                  </a:lnTo>
                  <a:lnTo>
                    <a:pt x="2685237" y="1371244"/>
                  </a:lnTo>
                  <a:lnTo>
                    <a:pt x="2696608" y="1337885"/>
                  </a:lnTo>
                  <a:lnTo>
                    <a:pt x="2696681" y="1337524"/>
                  </a:lnTo>
                  <a:lnTo>
                    <a:pt x="2697456" y="1325880"/>
                  </a:lnTo>
                  <a:lnTo>
                    <a:pt x="2697480" y="1325524"/>
                  </a:lnTo>
                  <a:lnTo>
                    <a:pt x="2697124" y="91439"/>
                  </a:lnTo>
                  <a:lnTo>
                    <a:pt x="2684881" y="45719"/>
                  </a:lnTo>
                  <a:lnTo>
                    <a:pt x="2651404" y="12242"/>
                  </a:lnTo>
                  <a:lnTo>
                    <a:pt x="2617684" y="798"/>
                  </a:lnTo>
                  <a:lnTo>
                    <a:pt x="26056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493084" y="2834286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51269" y="0"/>
                  </a:moveTo>
                  <a:lnTo>
                    <a:pt x="186293" y="8682"/>
                  </a:lnTo>
                  <a:lnTo>
                    <a:pt x="125641" y="33832"/>
                  </a:lnTo>
                  <a:lnTo>
                    <a:pt x="73660" y="73837"/>
                  </a:lnTo>
                  <a:lnTo>
                    <a:pt x="33832" y="125996"/>
                  </a:lnTo>
                  <a:lnTo>
                    <a:pt x="8548" y="186521"/>
                  </a:lnTo>
                  <a:lnTo>
                    <a:pt x="0" y="251637"/>
                  </a:lnTo>
                  <a:lnTo>
                    <a:pt x="2148" y="284579"/>
                  </a:lnTo>
                  <a:lnTo>
                    <a:pt x="19132" y="347773"/>
                  </a:lnTo>
                  <a:lnTo>
                    <a:pt x="52074" y="404684"/>
                  </a:lnTo>
                  <a:lnTo>
                    <a:pt x="98283" y="451132"/>
                  </a:lnTo>
                  <a:lnTo>
                    <a:pt x="155189" y="483931"/>
                  </a:lnTo>
                  <a:lnTo>
                    <a:pt x="218477" y="500776"/>
                  </a:lnTo>
                  <a:lnTo>
                    <a:pt x="251269" y="502920"/>
                  </a:lnTo>
                  <a:lnTo>
                    <a:pt x="284274" y="500776"/>
                  </a:lnTo>
                  <a:lnTo>
                    <a:pt x="347717" y="483931"/>
                  </a:lnTo>
                  <a:lnTo>
                    <a:pt x="404628" y="451132"/>
                  </a:lnTo>
                  <a:lnTo>
                    <a:pt x="450832" y="404684"/>
                  </a:lnTo>
                  <a:lnTo>
                    <a:pt x="483781" y="347773"/>
                  </a:lnTo>
                  <a:lnTo>
                    <a:pt x="500771" y="284579"/>
                  </a:lnTo>
                  <a:lnTo>
                    <a:pt x="502920" y="251637"/>
                  </a:lnTo>
                  <a:lnTo>
                    <a:pt x="500771" y="218690"/>
                  </a:lnTo>
                  <a:lnTo>
                    <a:pt x="483781" y="155500"/>
                  </a:lnTo>
                  <a:lnTo>
                    <a:pt x="450832" y="98583"/>
                  </a:lnTo>
                  <a:lnTo>
                    <a:pt x="404628" y="52130"/>
                  </a:lnTo>
                  <a:lnTo>
                    <a:pt x="347717" y="19282"/>
                  </a:lnTo>
                  <a:lnTo>
                    <a:pt x="284274" y="2198"/>
                  </a:lnTo>
                  <a:lnTo>
                    <a:pt x="251269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06114" y="2947316"/>
              <a:ext cx="276123" cy="276123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3480384" y="3457704"/>
            <a:ext cx="2051685" cy="50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0" b="1">
                <a:solidFill>
                  <a:srgbClr val="1D3FAE"/>
                </a:solidFill>
                <a:latin typeface="Times New Roman"/>
                <a:cs typeface="Times New Roman"/>
              </a:rPr>
              <a:t>Automation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dirty="0" sz="950" spc="-10">
                <a:solidFill>
                  <a:srgbClr val="63738A"/>
                </a:solidFill>
                <a:latin typeface="Calibri"/>
                <a:cs typeface="Calibri"/>
              </a:rPr>
              <a:t>Automate</a:t>
            </a:r>
            <a:r>
              <a:rPr dirty="0" sz="950" spc="-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63738A"/>
                </a:solidFill>
                <a:latin typeface="Calibri"/>
                <a:cs typeface="Calibri"/>
              </a:rPr>
              <a:t>repetitive</a:t>
            </a:r>
            <a:r>
              <a:rPr dirty="0" sz="95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63738A"/>
                </a:solidFill>
                <a:latin typeface="Calibri"/>
                <a:cs typeface="Calibri"/>
              </a:rPr>
              <a:t>tasks</a:t>
            </a:r>
            <a:r>
              <a:rPr dirty="0" sz="950" spc="-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3738A"/>
                </a:solidFill>
                <a:latin typeface="Calibri"/>
                <a:cs typeface="Calibri"/>
              </a:rPr>
              <a:t>and</a:t>
            </a:r>
            <a:r>
              <a:rPr dirty="0" sz="950" spc="-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63738A"/>
                </a:solidFill>
                <a:latin typeface="Calibri"/>
                <a:cs typeface="Calibri"/>
              </a:rPr>
              <a:t>workflows.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051600" y="2576870"/>
            <a:ext cx="2900680" cy="1620520"/>
            <a:chOff x="6051600" y="2576870"/>
            <a:chExt cx="2900680" cy="1620520"/>
          </a:xfrm>
        </p:grpSpPr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1600" y="2576870"/>
              <a:ext cx="2900514" cy="162001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126479" y="2651762"/>
              <a:ext cx="2697480" cy="1417320"/>
            </a:xfrm>
            <a:custGeom>
              <a:avLst/>
              <a:gdLst/>
              <a:ahLst/>
              <a:cxnLst/>
              <a:rect l="l" t="t" r="r" b="b"/>
              <a:pathLst>
                <a:path w="2697479" h="1417320">
                  <a:moveTo>
                    <a:pt x="2605684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1325880"/>
                  </a:lnTo>
                  <a:lnTo>
                    <a:pt x="774" y="1337524"/>
                  </a:lnTo>
                  <a:lnTo>
                    <a:pt x="798" y="1337885"/>
                  </a:lnTo>
                  <a:lnTo>
                    <a:pt x="3076" y="1349189"/>
                  </a:lnTo>
                  <a:lnTo>
                    <a:pt x="3149" y="1349549"/>
                  </a:lnTo>
                  <a:lnTo>
                    <a:pt x="6864" y="1360451"/>
                  </a:lnTo>
                  <a:lnTo>
                    <a:pt x="35676" y="1398483"/>
                  </a:lnTo>
                  <a:lnTo>
                    <a:pt x="79434" y="1416521"/>
                  </a:lnTo>
                  <a:lnTo>
                    <a:pt x="91440" y="1417320"/>
                  </a:lnTo>
                  <a:lnTo>
                    <a:pt x="2606040" y="1416964"/>
                  </a:lnTo>
                  <a:lnTo>
                    <a:pt x="2651760" y="1404721"/>
                  </a:lnTo>
                  <a:lnTo>
                    <a:pt x="2685237" y="1371244"/>
                  </a:lnTo>
                  <a:lnTo>
                    <a:pt x="2694207" y="1349549"/>
                  </a:lnTo>
                  <a:lnTo>
                    <a:pt x="2694330" y="1349189"/>
                  </a:lnTo>
                  <a:lnTo>
                    <a:pt x="2696608" y="1337885"/>
                  </a:lnTo>
                  <a:lnTo>
                    <a:pt x="2696681" y="1337524"/>
                  </a:lnTo>
                  <a:lnTo>
                    <a:pt x="2697456" y="1325880"/>
                  </a:lnTo>
                  <a:lnTo>
                    <a:pt x="2697124" y="91439"/>
                  </a:lnTo>
                  <a:lnTo>
                    <a:pt x="2684881" y="45719"/>
                  </a:lnTo>
                  <a:lnTo>
                    <a:pt x="2651404" y="12242"/>
                  </a:lnTo>
                  <a:lnTo>
                    <a:pt x="2617684" y="798"/>
                  </a:lnTo>
                  <a:lnTo>
                    <a:pt x="26056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327724" y="2834286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51269" y="0"/>
                  </a:moveTo>
                  <a:lnTo>
                    <a:pt x="186293" y="8682"/>
                  </a:lnTo>
                  <a:lnTo>
                    <a:pt x="125641" y="33832"/>
                  </a:lnTo>
                  <a:lnTo>
                    <a:pt x="73660" y="73837"/>
                  </a:lnTo>
                  <a:lnTo>
                    <a:pt x="33832" y="125996"/>
                  </a:lnTo>
                  <a:lnTo>
                    <a:pt x="8548" y="186521"/>
                  </a:lnTo>
                  <a:lnTo>
                    <a:pt x="0" y="251637"/>
                  </a:lnTo>
                  <a:lnTo>
                    <a:pt x="2148" y="284579"/>
                  </a:lnTo>
                  <a:lnTo>
                    <a:pt x="19132" y="347773"/>
                  </a:lnTo>
                  <a:lnTo>
                    <a:pt x="52074" y="404684"/>
                  </a:lnTo>
                  <a:lnTo>
                    <a:pt x="98283" y="451132"/>
                  </a:lnTo>
                  <a:lnTo>
                    <a:pt x="155189" y="483931"/>
                  </a:lnTo>
                  <a:lnTo>
                    <a:pt x="218477" y="500776"/>
                  </a:lnTo>
                  <a:lnTo>
                    <a:pt x="251269" y="502920"/>
                  </a:lnTo>
                  <a:lnTo>
                    <a:pt x="284274" y="500776"/>
                  </a:lnTo>
                  <a:lnTo>
                    <a:pt x="347717" y="483931"/>
                  </a:lnTo>
                  <a:lnTo>
                    <a:pt x="404628" y="451132"/>
                  </a:lnTo>
                  <a:lnTo>
                    <a:pt x="450832" y="404684"/>
                  </a:lnTo>
                  <a:lnTo>
                    <a:pt x="483781" y="347773"/>
                  </a:lnTo>
                  <a:lnTo>
                    <a:pt x="500771" y="284579"/>
                  </a:lnTo>
                  <a:lnTo>
                    <a:pt x="502920" y="251637"/>
                  </a:lnTo>
                  <a:lnTo>
                    <a:pt x="500771" y="218690"/>
                  </a:lnTo>
                  <a:lnTo>
                    <a:pt x="483781" y="155500"/>
                  </a:lnTo>
                  <a:lnTo>
                    <a:pt x="450832" y="98583"/>
                  </a:lnTo>
                  <a:lnTo>
                    <a:pt x="404628" y="52130"/>
                  </a:lnTo>
                  <a:lnTo>
                    <a:pt x="347717" y="19282"/>
                  </a:lnTo>
                  <a:lnTo>
                    <a:pt x="284274" y="2198"/>
                  </a:lnTo>
                  <a:lnTo>
                    <a:pt x="251269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preencoded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40754" y="2947316"/>
              <a:ext cx="276123" cy="276123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6315024" y="3457704"/>
            <a:ext cx="2155825" cy="50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25" b="1">
                <a:solidFill>
                  <a:srgbClr val="1D3FAE"/>
                </a:solidFill>
                <a:latin typeface="Times New Roman"/>
                <a:cs typeface="Times New Roman"/>
              </a:rPr>
              <a:t>Cyber</a:t>
            </a:r>
            <a:r>
              <a:rPr dirty="0" sz="1250" spc="-45" b="1">
                <a:solidFill>
                  <a:srgbClr val="1D3FAE"/>
                </a:solidFill>
                <a:latin typeface="Times New Roman"/>
                <a:cs typeface="Times New Roman"/>
              </a:rPr>
              <a:t> </a:t>
            </a:r>
            <a:r>
              <a:rPr dirty="0" sz="1250" spc="-10" b="1">
                <a:solidFill>
                  <a:srgbClr val="1D3FAE"/>
                </a:solidFill>
                <a:latin typeface="Times New Roman"/>
                <a:cs typeface="Times New Roman"/>
              </a:rPr>
              <a:t>Security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dirty="0" sz="950">
                <a:solidFill>
                  <a:srgbClr val="63738A"/>
                </a:solidFill>
                <a:latin typeface="Calibri"/>
                <a:cs typeface="Calibri"/>
              </a:rPr>
              <a:t>Build</a:t>
            </a:r>
            <a:r>
              <a:rPr dirty="0" sz="95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3738A"/>
                </a:solidFill>
                <a:latin typeface="Calibri"/>
                <a:cs typeface="Calibri"/>
              </a:rPr>
              <a:t>tools</a:t>
            </a:r>
            <a:r>
              <a:rPr dirty="0" sz="95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3738A"/>
                </a:solidFill>
                <a:latin typeface="Calibri"/>
                <a:cs typeface="Calibri"/>
              </a:rPr>
              <a:t>for</a:t>
            </a:r>
            <a:r>
              <a:rPr dirty="0" sz="95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63738A"/>
                </a:solidFill>
                <a:latin typeface="Calibri"/>
                <a:cs typeface="Calibri"/>
              </a:rPr>
              <a:t>testing</a:t>
            </a:r>
            <a:r>
              <a:rPr dirty="0" sz="95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3738A"/>
                </a:solidFill>
                <a:latin typeface="Calibri"/>
                <a:cs typeface="Calibri"/>
              </a:rPr>
              <a:t>and</a:t>
            </a:r>
            <a:r>
              <a:rPr dirty="0" sz="95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3738A"/>
                </a:solidFill>
                <a:latin typeface="Calibri"/>
                <a:cs typeface="Calibri"/>
              </a:rPr>
              <a:t>securing</a:t>
            </a:r>
            <a:r>
              <a:rPr dirty="0" sz="950" spc="-3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63738A"/>
                </a:solidFill>
                <a:latin typeface="Calibri"/>
                <a:cs typeface="Calibri"/>
              </a:rPr>
              <a:t>systems.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VaultofCode</a:t>
            </a:r>
            <a:r>
              <a:rPr dirty="0" spc="15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Python</a:t>
            </a:r>
            <a:r>
              <a:rPr dirty="0" spc="-15"/>
              <a:t> </a:t>
            </a:r>
            <a:r>
              <a:rPr dirty="0" spc="-10"/>
              <a:t>Programming</a:t>
            </a:r>
            <a:r>
              <a:rPr dirty="0" spc="-15"/>
              <a:t> </a:t>
            </a:r>
            <a:r>
              <a:rPr dirty="0" spc="-10"/>
              <a:t>Internship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0"/>
              <a:t>Functions</a:t>
            </a:r>
            <a:r>
              <a:rPr dirty="0" spc="-80"/>
              <a:t> </a:t>
            </a:r>
            <a:r>
              <a:rPr dirty="0" spc="100"/>
              <a:t>in</a:t>
            </a:r>
            <a:r>
              <a:rPr dirty="0" spc="-80"/>
              <a:t> </a:t>
            </a:r>
            <a:r>
              <a:rPr dirty="0" spc="50"/>
              <a:t>Python</a:t>
            </a:r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846810"/>
            <a:ext cx="200875" cy="2008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dirty="0" spc="-10" b="1">
                <a:solidFill>
                  <a:srgbClr val="1D3FAE"/>
                </a:solidFill>
                <a:latin typeface="Calibri"/>
                <a:cs typeface="Calibri"/>
              </a:rPr>
              <a:t>Definition:</a:t>
            </a:r>
            <a:r>
              <a:rPr dirty="0" spc="-30" b="1">
                <a:solidFill>
                  <a:srgbClr val="1D3FAE"/>
                </a:solidFill>
                <a:latin typeface="Calibri"/>
                <a:cs typeface="Calibri"/>
              </a:rPr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 spc="-10"/>
              <a:t>function</a:t>
            </a:r>
            <a:r>
              <a:rPr dirty="0" spc="-30"/>
              <a:t>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 spc="-10"/>
              <a:t>reusable</a:t>
            </a:r>
            <a:r>
              <a:rPr dirty="0" spc="-30"/>
              <a:t> </a:t>
            </a:r>
            <a:r>
              <a:rPr dirty="0"/>
              <a:t>block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code</a:t>
            </a:r>
            <a:r>
              <a:rPr dirty="0" spc="-25"/>
              <a:t> </a:t>
            </a:r>
            <a:r>
              <a:rPr dirty="0"/>
              <a:t>that</a:t>
            </a:r>
            <a:r>
              <a:rPr dirty="0" spc="-20"/>
              <a:t> </a:t>
            </a:r>
            <a:r>
              <a:rPr dirty="0" spc="-10"/>
              <a:t>performs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 spc="-10"/>
              <a:t>specific task.</a:t>
            </a: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400" spc="-10" b="1">
                <a:solidFill>
                  <a:srgbClr val="2462EA"/>
                </a:solidFill>
                <a:latin typeface="Times New Roman"/>
                <a:cs typeface="Times New Roman"/>
              </a:rPr>
              <a:t>Advantages</a:t>
            </a:r>
            <a:endParaRPr sz="1400">
              <a:latin typeface="Times New Roman"/>
              <a:cs typeface="Times New Roman"/>
            </a:endParaRPr>
          </a:p>
          <a:p>
            <a:pPr marL="304800">
              <a:lnSpc>
                <a:spcPct val="100000"/>
              </a:lnSpc>
              <a:spcBef>
                <a:spcPts val="919"/>
              </a:spcBef>
            </a:pPr>
            <a:r>
              <a:rPr dirty="0" sz="1200"/>
              <a:t>Code</a:t>
            </a:r>
            <a:r>
              <a:rPr dirty="0" sz="1200" spc="-35"/>
              <a:t> </a:t>
            </a:r>
            <a:r>
              <a:rPr dirty="0" sz="1200" spc="-10"/>
              <a:t>Reusability</a:t>
            </a:r>
            <a:endParaRPr sz="1200"/>
          </a:p>
        </p:txBody>
      </p:sp>
      <p:pic>
        <p:nvPicPr>
          <p:cNvPr id="5" name="object 5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230922"/>
            <a:ext cx="200875" cy="200875"/>
          </a:xfrm>
          <a:prstGeom prst="rect">
            <a:avLst/>
          </a:prstGeom>
        </p:spPr>
      </p:pic>
      <p:pic>
        <p:nvPicPr>
          <p:cNvPr id="6" name="object 6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614690"/>
            <a:ext cx="200875" cy="2008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6815" y="2218222"/>
            <a:ext cx="1143635" cy="592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364050"/>
                </a:solidFill>
                <a:latin typeface="Calibri"/>
                <a:cs typeface="Calibri"/>
              </a:rPr>
              <a:t>Better</a:t>
            </a:r>
            <a:r>
              <a:rPr dirty="0" sz="1200" spc="-35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64050"/>
                </a:solidFill>
                <a:latin typeface="Calibri"/>
                <a:cs typeface="Calibri"/>
              </a:rPr>
              <a:t>Readability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364050"/>
                </a:solidFill>
                <a:latin typeface="Calibri"/>
                <a:cs typeface="Calibri"/>
              </a:rPr>
              <a:t>Easy</a:t>
            </a:r>
            <a:r>
              <a:rPr dirty="0" sz="1200" spc="-70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64050"/>
                </a:solidFill>
                <a:latin typeface="Calibri"/>
                <a:cs typeface="Calibri"/>
              </a:rPr>
              <a:t>Maintenance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998802"/>
            <a:ext cx="200875" cy="2008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36815" y="2986457"/>
            <a:ext cx="12344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64050"/>
                </a:solidFill>
                <a:latin typeface="Calibri"/>
                <a:cs typeface="Calibri"/>
              </a:rPr>
              <a:t>Reduced</a:t>
            </a:r>
            <a:r>
              <a:rPr dirty="0" sz="1200" spc="-70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364050"/>
                </a:solidFill>
                <a:latin typeface="Calibri"/>
                <a:cs typeface="Calibri"/>
              </a:rPr>
              <a:t>Repetition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6844" y="3429001"/>
            <a:ext cx="5029200" cy="1234440"/>
          </a:xfrm>
          <a:custGeom>
            <a:avLst/>
            <a:gdLst/>
            <a:ahLst/>
            <a:cxnLst/>
            <a:rect l="l" t="t" r="r" b="b"/>
            <a:pathLst>
              <a:path w="5029200" h="1234439">
                <a:moveTo>
                  <a:pt x="495575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1161364"/>
                </a:lnTo>
                <a:lnTo>
                  <a:pt x="594" y="1170635"/>
                </a:lnTo>
                <a:lnTo>
                  <a:pt x="607" y="1170840"/>
                </a:lnTo>
                <a:lnTo>
                  <a:pt x="2394" y="1180036"/>
                </a:lnTo>
                <a:lnTo>
                  <a:pt x="2428" y="1180215"/>
                </a:lnTo>
                <a:lnTo>
                  <a:pt x="5412" y="1189099"/>
                </a:lnTo>
                <a:lnTo>
                  <a:pt x="5464" y="1189255"/>
                </a:lnTo>
                <a:lnTo>
                  <a:pt x="36360" y="1224724"/>
                </a:lnTo>
                <a:lnTo>
                  <a:pt x="73075" y="1234440"/>
                </a:lnTo>
                <a:lnTo>
                  <a:pt x="4956111" y="1234084"/>
                </a:lnTo>
                <a:lnTo>
                  <a:pt x="5000489" y="1218980"/>
                </a:lnTo>
                <a:lnTo>
                  <a:pt x="5026709" y="1180215"/>
                </a:lnTo>
                <a:lnTo>
                  <a:pt x="5029200" y="1160995"/>
                </a:lnTo>
                <a:lnTo>
                  <a:pt x="5028831" y="73075"/>
                </a:lnTo>
                <a:lnTo>
                  <a:pt x="5013740" y="28705"/>
                </a:lnTo>
                <a:lnTo>
                  <a:pt x="4974790" y="2428"/>
                </a:lnTo>
                <a:lnTo>
                  <a:pt x="4965389" y="607"/>
                </a:lnTo>
                <a:lnTo>
                  <a:pt x="4955755" y="0"/>
                </a:lnTo>
                <a:close/>
              </a:path>
            </a:pathLst>
          </a:custGeom>
          <a:solidFill>
            <a:srgbClr val="EDF0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09015" y="3507815"/>
            <a:ext cx="2131060" cy="428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3220" marR="5080" indent="-351155">
              <a:lnSpc>
                <a:spcPct val="114999"/>
              </a:lnSpc>
              <a:spcBef>
                <a:spcPts val="100"/>
              </a:spcBef>
            </a:pPr>
            <a:r>
              <a:rPr dirty="0" sz="1150">
                <a:solidFill>
                  <a:srgbClr val="364050"/>
                </a:solidFill>
                <a:latin typeface="Courier New"/>
                <a:cs typeface="Courier New"/>
              </a:rPr>
              <a:t>def</a:t>
            </a:r>
            <a:r>
              <a:rPr dirty="0" sz="1150" spc="-10">
                <a:solidFill>
                  <a:srgbClr val="364050"/>
                </a:solidFill>
                <a:latin typeface="Courier New"/>
                <a:cs typeface="Courier New"/>
              </a:rPr>
              <a:t> greet(name): </a:t>
            </a:r>
            <a:r>
              <a:rPr dirty="0" sz="1150">
                <a:solidFill>
                  <a:srgbClr val="364050"/>
                </a:solidFill>
                <a:latin typeface="Courier New"/>
                <a:cs typeface="Courier New"/>
              </a:rPr>
              <a:t>print("Hello",</a:t>
            </a:r>
            <a:r>
              <a:rPr dirty="0" sz="1150" spc="-25">
                <a:solidFill>
                  <a:srgbClr val="364050"/>
                </a:solidFill>
                <a:latin typeface="Courier New"/>
                <a:cs typeface="Courier New"/>
              </a:rPr>
              <a:t> </a:t>
            </a:r>
            <a:r>
              <a:rPr dirty="0" sz="1150" spc="-20">
                <a:solidFill>
                  <a:srgbClr val="364050"/>
                </a:solidFill>
                <a:latin typeface="Courier New"/>
                <a:cs typeface="Courier New"/>
              </a:rPr>
              <a:t>name)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9015" y="4138817"/>
            <a:ext cx="125349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364050"/>
                </a:solidFill>
                <a:latin typeface="Courier New"/>
                <a:cs typeface="Courier New"/>
              </a:rPr>
              <a:t>greet("Alice")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47664" y="1008267"/>
            <a:ext cx="168465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2462EA"/>
                </a:solidFill>
                <a:latin typeface="Times New Roman"/>
                <a:cs typeface="Times New Roman"/>
              </a:rPr>
              <a:t>How</a:t>
            </a:r>
            <a:r>
              <a:rPr dirty="0" sz="1300" spc="5" b="1">
                <a:solidFill>
                  <a:srgbClr val="2462EA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2462EA"/>
                </a:solidFill>
                <a:latin typeface="Times New Roman"/>
                <a:cs typeface="Times New Roman"/>
              </a:rPr>
              <a:t>a Function</a:t>
            </a:r>
            <a:r>
              <a:rPr dirty="0" sz="1300" spc="10" b="1">
                <a:solidFill>
                  <a:srgbClr val="2462EA"/>
                </a:solidFill>
                <a:latin typeface="Times New Roman"/>
                <a:cs typeface="Times New Roman"/>
              </a:rPr>
              <a:t> </a:t>
            </a:r>
            <a:r>
              <a:rPr dirty="0" sz="1300" spc="-10" b="1">
                <a:solidFill>
                  <a:srgbClr val="2462EA"/>
                </a:solidFill>
                <a:latin typeface="Times New Roman"/>
                <a:cs typeface="Times New Roman"/>
              </a:rPr>
              <a:t>Works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685840" y="1342430"/>
            <a:ext cx="3083560" cy="980440"/>
            <a:chOff x="5685840" y="1342430"/>
            <a:chExt cx="3083560" cy="98044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5840" y="1342430"/>
              <a:ext cx="3083394" cy="97993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760720" y="1417322"/>
              <a:ext cx="2880360" cy="777240"/>
            </a:xfrm>
            <a:custGeom>
              <a:avLst/>
              <a:gdLst/>
              <a:ahLst/>
              <a:cxnLst/>
              <a:rect l="l" t="t" r="r" b="b"/>
              <a:pathLst>
                <a:path w="2880359" h="777239">
                  <a:moveTo>
                    <a:pt x="278856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685800"/>
                  </a:lnTo>
                  <a:lnTo>
                    <a:pt x="774" y="697444"/>
                  </a:lnTo>
                  <a:lnTo>
                    <a:pt x="798" y="697805"/>
                  </a:lnTo>
                  <a:lnTo>
                    <a:pt x="3076" y="709109"/>
                  </a:lnTo>
                  <a:lnTo>
                    <a:pt x="3149" y="709469"/>
                  </a:lnTo>
                  <a:lnTo>
                    <a:pt x="6864" y="720371"/>
                  </a:lnTo>
                  <a:lnTo>
                    <a:pt x="35676" y="758403"/>
                  </a:lnTo>
                  <a:lnTo>
                    <a:pt x="79434" y="776441"/>
                  </a:lnTo>
                  <a:lnTo>
                    <a:pt x="91439" y="777239"/>
                  </a:lnTo>
                  <a:lnTo>
                    <a:pt x="2788920" y="776884"/>
                  </a:lnTo>
                  <a:lnTo>
                    <a:pt x="2834639" y="764641"/>
                  </a:lnTo>
                  <a:lnTo>
                    <a:pt x="2868117" y="731164"/>
                  </a:lnTo>
                  <a:lnTo>
                    <a:pt x="2877087" y="709469"/>
                  </a:lnTo>
                  <a:lnTo>
                    <a:pt x="2877210" y="709109"/>
                  </a:lnTo>
                  <a:lnTo>
                    <a:pt x="2879488" y="697805"/>
                  </a:lnTo>
                  <a:lnTo>
                    <a:pt x="2879561" y="697444"/>
                  </a:lnTo>
                  <a:lnTo>
                    <a:pt x="2880336" y="685800"/>
                  </a:lnTo>
                  <a:lnTo>
                    <a:pt x="2880004" y="91439"/>
                  </a:lnTo>
                  <a:lnTo>
                    <a:pt x="2867761" y="45719"/>
                  </a:lnTo>
                  <a:lnTo>
                    <a:pt x="2834284" y="12242"/>
                  </a:lnTo>
                  <a:lnTo>
                    <a:pt x="2800564" y="798"/>
                  </a:lnTo>
                  <a:lnTo>
                    <a:pt x="27885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3600" y="1622871"/>
              <a:ext cx="365404" cy="36540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433820" y="1694067"/>
            <a:ext cx="39052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364050"/>
                </a:solidFill>
                <a:latin typeface="Calibri"/>
                <a:cs typeface="Calibri"/>
              </a:rPr>
              <a:t>Input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685840" y="2248917"/>
            <a:ext cx="3083560" cy="1125220"/>
            <a:chOff x="5685840" y="2248917"/>
            <a:chExt cx="3083560" cy="1125220"/>
          </a:xfrm>
        </p:grpSpPr>
        <p:pic>
          <p:nvPicPr>
            <p:cNvPr id="20" name="object 20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91286" y="2248917"/>
              <a:ext cx="219240" cy="21924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5840" y="2393990"/>
              <a:ext cx="3083394" cy="97993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760720" y="2468881"/>
              <a:ext cx="2880360" cy="777240"/>
            </a:xfrm>
            <a:custGeom>
              <a:avLst/>
              <a:gdLst/>
              <a:ahLst/>
              <a:cxnLst/>
              <a:rect l="l" t="t" r="r" b="b"/>
              <a:pathLst>
                <a:path w="2880359" h="777239">
                  <a:moveTo>
                    <a:pt x="278856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40"/>
                  </a:lnTo>
                  <a:lnTo>
                    <a:pt x="0" y="685800"/>
                  </a:lnTo>
                  <a:lnTo>
                    <a:pt x="774" y="697444"/>
                  </a:lnTo>
                  <a:lnTo>
                    <a:pt x="798" y="697805"/>
                  </a:lnTo>
                  <a:lnTo>
                    <a:pt x="3076" y="709109"/>
                  </a:lnTo>
                  <a:lnTo>
                    <a:pt x="3149" y="709469"/>
                  </a:lnTo>
                  <a:lnTo>
                    <a:pt x="6864" y="720371"/>
                  </a:lnTo>
                  <a:lnTo>
                    <a:pt x="6986" y="720729"/>
                  </a:lnTo>
                  <a:lnTo>
                    <a:pt x="35676" y="758403"/>
                  </a:lnTo>
                  <a:lnTo>
                    <a:pt x="79434" y="776441"/>
                  </a:lnTo>
                  <a:lnTo>
                    <a:pt x="91439" y="777240"/>
                  </a:lnTo>
                  <a:lnTo>
                    <a:pt x="2788920" y="776884"/>
                  </a:lnTo>
                  <a:lnTo>
                    <a:pt x="2834639" y="764641"/>
                  </a:lnTo>
                  <a:lnTo>
                    <a:pt x="2868117" y="731164"/>
                  </a:lnTo>
                  <a:lnTo>
                    <a:pt x="2877087" y="709469"/>
                  </a:lnTo>
                  <a:lnTo>
                    <a:pt x="2877210" y="709109"/>
                  </a:lnTo>
                  <a:lnTo>
                    <a:pt x="2879488" y="697805"/>
                  </a:lnTo>
                  <a:lnTo>
                    <a:pt x="2879561" y="697444"/>
                  </a:lnTo>
                  <a:lnTo>
                    <a:pt x="2880336" y="685800"/>
                  </a:lnTo>
                  <a:lnTo>
                    <a:pt x="2880004" y="91440"/>
                  </a:lnTo>
                  <a:lnTo>
                    <a:pt x="2867761" y="45719"/>
                  </a:lnTo>
                  <a:lnTo>
                    <a:pt x="2834284" y="12242"/>
                  </a:lnTo>
                  <a:lnTo>
                    <a:pt x="2800564" y="798"/>
                  </a:lnTo>
                  <a:lnTo>
                    <a:pt x="27885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43600" y="2674431"/>
              <a:ext cx="365404" cy="36540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433820" y="2745627"/>
            <a:ext cx="61912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364050"/>
                </a:solidFill>
                <a:latin typeface="Calibri"/>
                <a:cs typeface="Calibri"/>
              </a:rPr>
              <a:t>Function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685840" y="3300477"/>
            <a:ext cx="3083560" cy="1125220"/>
            <a:chOff x="5685840" y="3300477"/>
            <a:chExt cx="3083560" cy="1125220"/>
          </a:xfrm>
        </p:grpSpPr>
        <p:pic>
          <p:nvPicPr>
            <p:cNvPr id="26" name="object 26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91286" y="3300477"/>
              <a:ext cx="219240" cy="21924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5840" y="3445550"/>
              <a:ext cx="3083394" cy="97993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760720" y="3520441"/>
              <a:ext cx="2880360" cy="777240"/>
            </a:xfrm>
            <a:custGeom>
              <a:avLst/>
              <a:gdLst/>
              <a:ahLst/>
              <a:cxnLst/>
              <a:rect l="l" t="t" r="r" b="b"/>
              <a:pathLst>
                <a:path w="2880359" h="777239">
                  <a:moveTo>
                    <a:pt x="278856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685799"/>
                  </a:lnTo>
                  <a:lnTo>
                    <a:pt x="774" y="697444"/>
                  </a:lnTo>
                  <a:lnTo>
                    <a:pt x="798" y="697805"/>
                  </a:lnTo>
                  <a:lnTo>
                    <a:pt x="3076" y="709109"/>
                  </a:lnTo>
                  <a:lnTo>
                    <a:pt x="3149" y="709469"/>
                  </a:lnTo>
                  <a:lnTo>
                    <a:pt x="6864" y="720371"/>
                  </a:lnTo>
                  <a:lnTo>
                    <a:pt x="35676" y="758403"/>
                  </a:lnTo>
                  <a:lnTo>
                    <a:pt x="79434" y="776441"/>
                  </a:lnTo>
                  <a:lnTo>
                    <a:pt x="91439" y="777239"/>
                  </a:lnTo>
                  <a:lnTo>
                    <a:pt x="2788920" y="776884"/>
                  </a:lnTo>
                  <a:lnTo>
                    <a:pt x="2834639" y="764641"/>
                  </a:lnTo>
                  <a:lnTo>
                    <a:pt x="2868117" y="731164"/>
                  </a:lnTo>
                  <a:lnTo>
                    <a:pt x="2877087" y="709469"/>
                  </a:lnTo>
                  <a:lnTo>
                    <a:pt x="2877210" y="709109"/>
                  </a:lnTo>
                  <a:lnTo>
                    <a:pt x="2879488" y="697805"/>
                  </a:lnTo>
                  <a:lnTo>
                    <a:pt x="2879561" y="697444"/>
                  </a:lnTo>
                  <a:lnTo>
                    <a:pt x="2880336" y="685799"/>
                  </a:lnTo>
                  <a:lnTo>
                    <a:pt x="2880004" y="91439"/>
                  </a:lnTo>
                  <a:lnTo>
                    <a:pt x="2867761" y="45719"/>
                  </a:lnTo>
                  <a:lnTo>
                    <a:pt x="2834284" y="12242"/>
                  </a:lnTo>
                  <a:lnTo>
                    <a:pt x="2800564" y="798"/>
                  </a:lnTo>
                  <a:lnTo>
                    <a:pt x="27885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43600" y="3725991"/>
              <a:ext cx="365404" cy="365404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6433820" y="3797187"/>
            <a:ext cx="51562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364050"/>
                </a:solidFill>
                <a:latin typeface="Calibri"/>
                <a:cs typeface="Calibri"/>
              </a:rPr>
              <a:t>Output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VaultofCode</a:t>
            </a:r>
            <a:r>
              <a:rPr dirty="0" spc="15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Python</a:t>
            </a:r>
            <a:r>
              <a:rPr dirty="0" spc="-15"/>
              <a:t> </a:t>
            </a:r>
            <a:r>
              <a:rPr dirty="0" spc="-10"/>
              <a:t>Programming</a:t>
            </a:r>
            <a:r>
              <a:rPr dirty="0" spc="-15"/>
              <a:t> </a:t>
            </a:r>
            <a:r>
              <a:rPr dirty="0" spc="-10"/>
              <a:t>Internship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dirty="0" spc="5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 spc="40"/>
              <a:t>Functions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1965" y="930594"/>
            <a:ext cx="4181475" cy="3815079"/>
            <a:chOff x="381965" y="930594"/>
            <a:chExt cx="4181475" cy="381507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965" y="930594"/>
              <a:ext cx="4181043" cy="381492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6844" y="1005486"/>
              <a:ext cx="3978275" cy="3612515"/>
            </a:xfrm>
            <a:custGeom>
              <a:avLst/>
              <a:gdLst/>
              <a:ahLst/>
              <a:cxnLst/>
              <a:rect l="l" t="t" r="r" b="b"/>
              <a:pathLst>
                <a:path w="3978275" h="3612515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3502431"/>
                  </a:lnTo>
                  <a:lnTo>
                    <a:pt x="939" y="3516861"/>
                  </a:lnTo>
                  <a:lnTo>
                    <a:pt x="14757" y="3557511"/>
                  </a:lnTo>
                  <a:lnTo>
                    <a:pt x="22674" y="3569224"/>
                  </a:lnTo>
                  <a:lnTo>
                    <a:pt x="22775" y="3569374"/>
                  </a:lnTo>
                  <a:lnTo>
                    <a:pt x="55079" y="3597478"/>
                  </a:lnTo>
                  <a:lnTo>
                    <a:pt x="95374" y="3611295"/>
                  </a:lnTo>
                  <a:lnTo>
                    <a:pt x="109791" y="3612235"/>
                  </a:lnTo>
                  <a:lnTo>
                    <a:pt x="3868191" y="3612235"/>
                  </a:lnTo>
                  <a:lnTo>
                    <a:pt x="3910262" y="3603882"/>
                  </a:lnTo>
                  <a:lnTo>
                    <a:pt x="3945766" y="3580056"/>
                  </a:lnTo>
                  <a:lnTo>
                    <a:pt x="3969567" y="3544502"/>
                  </a:lnTo>
                  <a:lnTo>
                    <a:pt x="3969642" y="3544352"/>
                  </a:lnTo>
                  <a:lnTo>
                    <a:pt x="3974244" y="3530919"/>
                  </a:lnTo>
                  <a:lnTo>
                    <a:pt x="3977054" y="3516861"/>
                  </a:lnTo>
                  <a:lnTo>
                    <a:pt x="3977995" y="3502431"/>
                  </a:lnTo>
                  <a:lnTo>
                    <a:pt x="3977971" y="109791"/>
                  </a:lnTo>
                  <a:lnTo>
                    <a:pt x="3969642" y="68088"/>
                  </a:lnTo>
                  <a:lnTo>
                    <a:pt x="3945772" y="32534"/>
                  </a:lnTo>
                  <a:lnTo>
                    <a:pt x="3910112" y="8708"/>
                  </a:lnTo>
                  <a:lnTo>
                    <a:pt x="386819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85800" y="1234442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637" y="0"/>
                  </a:moveTo>
                  <a:lnTo>
                    <a:pt x="186348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5" y="404328"/>
                  </a:lnTo>
                  <a:lnTo>
                    <a:pt x="98285" y="450777"/>
                  </a:lnTo>
                  <a:lnTo>
                    <a:pt x="155202" y="483631"/>
                  </a:lnTo>
                  <a:lnTo>
                    <a:pt x="218640" y="500721"/>
                  </a:lnTo>
                  <a:lnTo>
                    <a:pt x="251637" y="502920"/>
                  </a:lnTo>
                  <a:lnTo>
                    <a:pt x="284429" y="500721"/>
                  </a:lnTo>
                  <a:lnTo>
                    <a:pt x="347723" y="483631"/>
                  </a:lnTo>
                  <a:lnTo>
                    <a:pt x="404634" y="450777"/>
                  </a:lnTo>
                  <a:lnTo>
                    <a:pt x="450834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19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8842" y="1347116"/>
              <a:ext cx="276123" cy="27612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73100" y="1358901"/>
            <a:ext cx="2616200" cy="807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52145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D3FAE"/>
                </a:solidFill>
                <a:latin typeface="Times New Roman"/>
                <a:cs typeface="Times New Roman"/>
              </a:rPr>
              <a:t>Built-in</a:t>
            </a:r>
            <a:r>
              <a:rPr dirty="0" sz="1500" spc="175" b="1">
                <a:solidFill>
                  <a:srgbClr val="1D3FAE"/>
                </a:solidFill>
                <a:latin typeface="Times New Roman"/>
                <a:cs typeface="Times New Roman"/>
              </a:rPr>
              <a:t> </a:t>
            </a:r>
            <a:r>
              <a:rPr dirty="0" sz="1500" spc="-10" b="1">
                <a:solidFill>
                  <a:srgbClr val="1D3FAE"/>
                </a:solidFill>
                <a:latin typeface="Times New Roman"/>
                <a:cs typeface="Times New Roman"/>
              </a:rPr>
              <a:t>Functions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10">
                <a:solidFill>
                  <a:srgbClr val="63738A"/>
                </a:solidFill>
                <a:latin typeface="Calibri"/>
                <a:cs typeface="Calibri"/>
              </a:rPr>
              <a:t>Pre-</a:t>
            </a:r>
            <a:r>
              <a:rPr dirty="0" sz="1100">
                <a:solidFill>
                  <a:srgbClr val="63738A"/>
                </a:solidFill>
                <a:latin typeface="Calibri"/>
                <a:cs typeface="Calibri"/>
              </a:rPr>
              <a:t>defined</a:t>
            </a:r>
            <a:r>
              <a:rPr dirty="0" sz="11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38A"/>
                </a:solidFill>
                <a:latin typeface="Calibri"/>
                <a:cs typeface="Calibri"/>
              </a:rPr>
              <a:t>functions</a:t>
            </a:r>
            <a:r>
              <a:rPr dirty="0" sz="1100" spc="-1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38A"/>
                </a:solidFill>
                <a:latin typeface="Calibri"/>
                <a:cs typeface="Calibri"/>
              </a:rPr>
              <a:t>that</a:t>
            </a:r>
            <a:r>
              <a:rPr dirty="0" sz="1100" spc="-1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38A"/>
                </a:solidFill>
                <a:latin typeface="Calibri"/>
                <a:cs typeface="Calibri"/>
              </a:rPr>
              <a:t>come</a:t>
            </a:r>
            <a:r>
              <a:rPr dirty="0" sz="11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38A"/>
                </a:solidFill>
                <a:latin typeface="Calibri"/>
                <a:cs typeface="Calibri"/>
              </a:rPr>
              <a:t>with</a:t>
            </a:r>
            <a:r>
              <a:rPr dirty="0" sz="11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63738A"/>
                </a:solidFill>
                <a:latin typeface="Calibri"/>
                <a:cs typeface="Calibri"/>
              </a:rPr>
              <a:t>Python.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85444" y="2377086"/>
            <a:ext cx="1645920" cy="365760"/>
          </a:xfrm>
          <a:custGeom>
            <a:avLst/>
            <a:gdLst/>
            <a:ahLst/>
            <a:cxnLst/>
            <a:rect l="l" t="t" r="r" b="b"/>
            <a:pathLst>
              <a:path w="1645920" h="365760">
                <a:moveTo>
                  <a:pt x="1590840" y="0"/>
                </a:moveTo>
                <a:lnTo>
                  <a:pt x="54711" y="0"/>
                </a:lnTo>
                <a:lnTo>
                  <a:pt x="47652" y="466"/>
                </a:lnTo>
                <a:lnTo>
                  <a:pt x="11273" y="21420"/>
                </a:lnTo>
                <a:lnTo>
                  <a:pt x="0" y="54711"/>
                </a:lnTo>
                <a:lnTo>
                  <a:pt x="0" y="311035"/>
                </a:lnTo>
                <a:lnTo>
                  <a:pt x="3997" y="331634"/>
                </a:lnTo>
                <a:lnTo>
                  <a:pt x="4098" y="331940"/>
                </a:lnTo>
                <a:lnTo>
                  <a:pt x="33757" y="361655"/>
                </a:lnTo>
                <a:lnTo>
                  <a:pt x="48008" y="365391"/>
                </a:lnTo>
                <a:lnTo>
                  <a:pt x="49037" y="365391"/>
                </a:lnTo>
                <a:lnTo>
                  <a:pt x="54711" y="365760"/>
                </a:lnTo>
                <a:lnTo>
                  <a:pt x="1591195" y="365391"/>
                </a:lnTo>
                <a:lnTo>
                  <a:pt x="1629849" y="349465"/>
                </a:lnTo>
                <a:lnTo>
                  <a:pt x="1643997" y="325118"/>
                </a:lnTo>
                <a:lnTo>
                  <a:pt x="1644072" y="324896"/>
                </a:lnTo>
                <a:lnTo>
                  <a:pt x="1645411" y="318094"/>
                </a:lnTo>
                <a:lnTo>
                  <a:pt x="1645452" y="317888"/>
                </a:lnTo>
                <a:lnTo>
                  <a:pt x="1645896" y="311035"/>
                </a:lnTo>
                <a:lnTo>
                  <a:pt x="1645920" y="310680"/>
                </a:lnTo>
                <a:lnTo>
                  <a:pt x="1645551" y="54711"/>
                </a:lnTo>
                <a:lnTo>
                  <a:pt x="1629625" y="16059"/>
                </a:lnTo>
                <a:lnTo>
                  <a:pt x="1598048" y="466"/>
                </a:lnTo>
                <a:lnTo>
                  <a:pt x="1590840" y="0"/>
                </a:lnTo>
                <a:close/>
              </a:path>
            </a:pathLst>
          </a:custGeom>
          <a:solidFill>
            <a:srgbClr val="DAE9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01216" y="2463382"/>
            <a:ext cx="6134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1D3FAE"/>
                </a:solidFill>
                <a:latin typeface="Courier New"/>
                <a:cs typeface="Courier New"/>
              </a:rPr>
              <a:t>print()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68524" y="2377086"/>
            <a:ext cx="1645920" cy="365760"/>
          </a:xfrm>
          <a:custGeom>
            <a:avLst/>
            <a:gdLst/>
            <a:ahLst/>
            <a:cxnLst/>
            <a:rect l="l" t="t" r="r" b="b"/>
            <a:pathLst>
              <a:path w="1645920" h="365760">
                <a:moveTo>
                  <a:pt x="1590840" y="0"/>
                </a:moveTo>
                <a:lnTo>
                  <a:pt x="54711" y="0"/>
                </a:lnTo>
                <a:lnTo>
                  <a:pt x="47652" y="466"/>
                </a:lnTo>
                <a:lnTo>
                  <a:pt x="11273" y="21420"/>
                </a:lnTo>
                <a:lnTo>
                  <a:pt x="0" y="54711"/>
                </a:lnTo>
                <a:lnTo>
                  <a:pt x="0" y="311035"/>
                </a:lnTo>
                <a:lnTo>
                  <a:pt x="452" y="317888"/>
                </a:lnTo>
                <a:lnTo>
                  <a:pt x="466" y="318094"/>
                </a:lnTo>
                <a:lnTo>
                  <a:pt x="1799" y="324896"/>
                </a:lnTo>
                <a:lnTo>
                  <a:pt x="1843" y="325118"/>
                </a:lnTo>
                <a:lnTo>
                  <a:pt x="27355" y="358559"/>
                </a:lnTo>
                <a:lnTo>
                  <a:pt x="48008" y="365391"/>
                </a:lnTo>
                <a:lnTo>
                  <a:pt x="49037" y="365391"/>
                </a:lnTo>
                <a:lnTo>
                  <a:pt x="54711" y="365760"/>
                </a:lnTo>
                <a:lnTo>
                  <a:pt x="1591195" y="365391"/>
                </a:lnTo>
                <a:lnTo>
                  <a:pt x="1629849" y="349465"/>
                </a:lnTo>
                <a:lnTo>
                  <a:pt x="1643997" y="325118"/>
                </a:lnTo>
                <a:lnTo>
                  <a:pt x="1644072" y="324896"/>
                </a:lnTo>
                <a:lnTo>
                  <a:pt x="1645411" y="318094"/>
                </a:lnTo>
                <a:lnTo>
                  <a:pt x="1645452" y="317888"/>
                </a:lnTo>
                <a:lnTo>
                  <a:pt x="1645896" y="311035"/>
                </a:lnTo>
                <a:lnTo>
                  <a:pt x="1645551" y="54711"/>
                </a:lnTo>
                <a:lnTo>
                  <a:pt x="1629625" y="16059"/>
                </a:lnTo>
                <a:lnTo>
                  <a:pt x="1598048" y="466"/>
                </a:lnTo>
                <a:lnTo>
                  <a:pt x="1590840" y="0"/>
                </a:lnTo>
                <a:close/>
              </a:path>
            </a:pathLst>
          </a:custGeom>
          <a:solidFill>
            <a:srgbClr val="DAE9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984296" y="2463382"/>
            <a:ext cx="6134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1D3FAE"/>
                </a:solidFill>
                <a:latin typeface="Courier New"/>
                <a:cs typeface="Courier New"/>
              </a:rPr>
              <a:t>input()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5444" y="2834286"/>
            <a:ext cx="1645920" cy="365760"/>
          </a:xfrm>
          <a:custGeom>
            <a:avLst/>
            <a:gdLst/>
            <a:ahLst/>
            <a:cxnLst/>
            <a:rect l="l" t="t" r="r" b="b"/>
            <a:pathLst>
              <a:path w="1645920" h="365760">
                <a:moveTo>
                  <a:pt x="1590840" y="0"/>
                </a:moveTo>
                <a:lnTo>
                  <a:pt x="54711" y="0"/>
                </a:lnTo>
                <a:lnTo>
                  <a:pt x="47652" y="466"/>
                </a:lnTo>
                <a:lnTo>
                  <a:pt x="11273" y="21420"/>
                </a:lnTo>
                <a:lnTo>
                  <a:pt x="0" y="54711"/>
                </a:lnTo>
                <a:lnTo>
                  <a:pt x="0" y="311035"/>
                </a:lnTo>
                <a:lnTo>
                  <a:pt x="3997" y="331634"/>
                </a:lnTo>
                <a:lnTo>
                  <a:pt x="4098" y="331940"/>
                </a:lnTo>
                <a:lnTo>
                  <a:pt x="33757" y="361655"/>
                </a:lnTo>
                <a:lnTo>
                  <a:pt x="48008" y="365391"/>
                </a:lnTo>
                <a:lnTo>
                  <a:pt x="49037" y="365391"/>
                </a:lnTo>
                <a:lnTo>
                  <a:pt x="54711" y="365760"/>
                </a:lnTo>
                <a:lnTo>
                  <a:pt x="1591195" y="365391"/>
                </a:lnTo>
                <a:lnTo>
                  <a:pt x="1629849" y="349465"/>
                </a:lnTo>
                <a:lnTo>
                  <a:pt x="1643997" y="325118"/>
                </a:lnTo>
                <a:lnTo>
                  <a:pt x="1644072" y="324896"/>
                </a:lnTo>
                <a:lnTo>
                  <a:pt x="1645411" y="318094"/>
                </a:lnTo>
                <a:lnTo>
                  <a:pt x="1645452" y="317888"/>
                </a:lnTo>
                <a:lnTo>
                  <a:pt x="1645896" y="311035"/>
                </a:lnTo>
                <a:lnTo>
                  <a:pt x="1645920" y="310680"/>
                </a:lnTo>
                <a:lnTo>
                  <a:pt x="1645551" y="54711"/>
                </a:lnTo>
                <a:lnTo>
                  <a:pt x="1629625" y="16059"/>
                </a:lnTo>
                <a:lnTo>
                  <a:pt x="1598048" y="466"/>
                </a:lnTo>
                <a:lnTo>
                  <a:pt x="1590840" y="0"/>
                </a:lnTo>
                <a:close/>
              </a:path>
            </a:pathLst>
          </a:custGeom>
          <a:solidFill>
            <a:srgbClr val="DAE9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285100" y="2920582"/>
            <a:ext cx="4445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1D3FAE"/>
                </a:solidFill>
                <a:latin typeface="Courier New"/>
                <a:cs typeface="Courier New"/>
              </a:rPr>
              <a:t>len()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468524" y="2834286"/>
            <a:ext cx="1645920" cy="365760"/>
          </a:xfrm>
          <a:custGeom>
            <a:avLst/>
            <a:gdLst/>
            <a:ahLst/>
            <a:cxnLst/>
            <a:rect l="l" t="t" r="r" b="b"/>
            <a:pathLst>
              <a:path w="1645920" h="365760">
                <a:moveTo>
                  <a:pt x="1590840" y="0"/>
                </a:moveTo>
                <a:lnTo>
                  <a:pt x="54711" y="0"/>
                </a:lnTo>
                <a:lnTo>
                  <a:pt x="47652" y="466"/>
                </a:lnTo>
                <a:lnTo>
                  <a:pt x="11273" y="21420"/>
                </a:lnTo>
                <a:lnTo>
                  <a:pt x="0" y="54711"/>
                </a:lnTo>
                <a:lnTo>
                  <a:pt x="0" y="311035"/>
                </a:lnTo>
                <a:lnTo>
                  <a:pt x="452" y="317888"/>
                </a:lnTo>
                <a:lnTo>
                  <a:pt x="466" y="318094"/>
                </a:lnTo>
                <a:lnTo>
                  <a:pt x="1799" y="324896"/>
                </a:lnTo>
                <a:lnTo>
                  <a:pt x="1843" y="325118"/>
                </a:lnTo>
                <a:lnTo>
                  <a:pt x="27355" y="358559"/>
                </a:lnTo>
                <a:lnTo>
                  <a:pt x="48008" y="365391"/>
                </a:lnTo>
                <a:lnTo>
                  <a:pt x="49037" y="365391"/>
                </a:lnTo>
                <a:lnTo>
                  <a:pt x="54711" y="365760"/>
                </a:lnTo>
                <a:lnTo>
                  <a:pt x="1591195" y="365391"/>
                </a:lnTo>
                <a:lnTo>
                  <a:pt x="1629849" y="349465"/>
                </a:lnTo>
                <a:lnTo>
                  <a:pt x="1643997" y="325118"/>
                </a:lnTo>
                <a:lnTo>
                  <a:pt x="1644072" y="324896"/>
                </a:lnTo>
                <a:lnTo>
                  <a:pt x="1645411" y="318094"/>
                </a:lnTo>
                <a:lnTo>
                  <a:pt x="1645452" y="317888"/>
                </a:lnTo>
                <a:lnTo>
                  <a:pt x="1645896" y="311035"/>
                </a:lnTo>
                <a:lnTo>
                  <a:pt x="1645551" y="54711"/>
                </a:lnTo>
                <a:lnTo>
                  <a:pt x="1629625" y="16059"/>
                </a:lnTo>
                <a:lnTo>
                  <a:pt x="1598048" y="466"/>
                </a:lnTo>
                <a:lnTo>
                  <a:pt x="1590840" y="0"/>
                </a:lnTo>
                <a:close/>
              </a:path>
            </a:pathLst>
          </a:custGeom>
          <a:solidFill>
            <a:srgbClr val="DAE9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984296" y="2920582"/>
            <a:ext cx="6134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1D3FAE"/>
                </a:solidFill>
                <a:latin typeface="Courier New"/>
                <a:cs typeface="Courier New"/>
              </a:rPr>
              <a:t>range()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85444" y="3291486"/>
            <a:ext cx="1645920" cy="365760"/>
          </a:xfrm>
          <a:custGeom>
            <a:avLst/>
            <a:gdLst/>
            <a:ahLst/>
            <a:cxnLst/>
            <a:rect l="l" t="t" r="r" b="b"/>
            <a:pathLst>
              <a:path w="1645920" h="365760">
                <a:moveTo>
                  <a:pt x="1590840" y="0"/>
                </a:moveTo>
                <a:lnTo>
                  <a:pt x="54711" y="0"/>
                </a:lnTo>
                <a:lnTo>
                  <a:pt x="47652" y="466"/>
                </a:lnTo>
                <a:lnTo>
                  <a:pt x="11273" y="21420"/>
                </a:lnTo>
                <a:lnTo>
                  <a:pt x="0" y="54711"/>
                </a:lnTo>
                <a:lnTo>
                  <a:pt x="0" y="311035"/>
                </a:lnTo>
                <a:lnTo>
                  <a:pt x="3997" y="331634"/>
                </a:lnTo>
                <a:lnTo>
                  <a:pt x="4098" y="331940"/>
                </a:lnTo>
                <a:lnTo>
                  <a:pt x="33757" y="361655"/>
                </a:lnTo>
                <a:lnTo>
                  <a:pt x="48008" y="365391"/>
                </a:lnTo>
                <a:lnTo>
                  <a:pt x="49037" y="365391"/>
                </a:lnTo>
                <a:lnTo>
                  <a:pt x="54711" y="365759"/>
                </a:lnTo>
                <a:lnTo>
                  <a:pt x="1591195" y="365391"/>
                </a:lnTo>
                <a:lnTo>
                  <a:pt x="1629849" y="349465"/>
                </a:lnTo>
                <a:lnTo>
                  <a:pt x="1643997" y="325118"/>
                </a:lnTo>
                <a:lnTo>
                  <a:pt x="1644072" y="324896"/>
                </a:lnTo>
                <a:lnTo>
                  <a:pt x="1645411" y="318094"/>
                </a:lnTo>
                <a:lnTo>
                  <a:pt x="1645452" y="317888"/>
                </a:lnTo>
                <a:lnTo>
                  <a:pt x="1645896" y="311035"/>
                </a:lnTo>
                <a:lnTo>
                  <a:pt x="1645920" y="310680"/>
                </a:lnTo>
                <a:lnTo>
                  <a:pt x="1645551" y="54711"/>
                </a:lnTo>
                <a:lnTo>
                  <a:pt x="1629625" y="16059"/>
                </a:lnTo>
                <a:lnTo>
                  <a:pt x="1598048" y="466"/>
                </a:lnTo>
                <a:lnTo>
                  <a:pt x="1590840" y="0"/>
                </a:lnTo>
                <a:close/>
              </a:path>
            </a:pathLst>
          </a:custGeom>
          <a:solidFill>
            <a:srgbClr val="DAE9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243342" y="3377782"/>
            <a:ext cx="5295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1D3FAE"/>
                </a:solidFill>
                <a:latin typeface="Courier New"/>
                <a:cs typeface="Courier New"/>
              </a:rPr>
              <a:t>type()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68524" y="3291486"/>
            <a:ext cx="1645920" cy="365760"/>
          </a:xfrm>
          <a:custGeom>
            <a:avLst/>
            <a:gdLst/>
            <a:ahLst/>
            <a:cxnLst/>
            <a:rect l="l" t="t" r="r" b="b"/>
            <a:pathLst>
              <a:path w="1645920" h="365760">
                <a:moveTo>
                  <a:pt x="1590840" y="0"/>
                </a:moveTo>
                <a:lnTo>
                  <a:pt x="54711" y="0"/>
                </a:lnTo>
                <a:lnTo>
                  <a:pt x="47652" y="466"/>
                </a:lnTo>
                <a:lnTo>
                  <a:pt x="11273" y="21420"/>
                </a:lnTo>
                <a:lnTo>
                  <a:pt x="0" y="54711"/>
                </a:lnTo>
                <a:lnTo>
                  <a:pt x="0" y="311035"/>
                </a:lnTo>
                <a:lnTo>
                  <a:pt x="452" y="317888"/>
                </a:lnTo>
                <a:lnTo>
                  <a:pt x="466" y="318094"/>
                </a:lnTo>
                <a:lnTo>
                  <a:pt x="1799" y="324896"/>
                </a:lnTo>
                <a:lnTo>
                  <a:pt x="1843" y="325118"/>
                </a:lnTo>
                <a:lnTo>
                  <a:pt x="27355" y="358559"/>
                </a:lnTo>
                <a:lnTo>
                  <a:pt x="48008" y="365391"/>
                </a:lnTo>
                <a:lnTo>
                  <a:pt x="49037" y="365391"/>
                </a:lnTo>
                <a:lnTo>
                  <a:pt x="54711" y="365759"/>
                </a:lnTo>
                <a:lnTo>
                  <a:pt x="1591195" y="365391"/>
                </a:lnTo>
                <a:lnTo>
                  <a:pt x="1629849" y="349465"/>
                </a:lnTo>
                <a:lnTo>
                  <a:pt x="1643997" y="325118"/>
                </a:lnTo>
                <a:lnTo>
                  <a:pt x="1644072" y="324896"/>
                </a:lnTo>
                <a:lnTo>
                  <a:pt x="1645411" y="318094"/>
                </a:lnTo>
                <a:lnTo>
                  <a:pt x="1645452" y="317888"/>
                </a:lnTo>
                <a:lnTo>
                  <a:pt x="1645896" y="311035"/>
                </a:lnTo>
                <a:lnTo>
                  <a:pt x="1645551" y="54711"/>
                </a:lnTo>
                <a:lnTo>
                  <a:pt x="1629625" y="16059"/>
                </a:lnTo>
                <a:lnTo>
                  <a:pt x="1598048" y="466"/>
                </a:lnTo>
                <a:lnTo>
                  <a:pt x="1590840" y="0"/>
                </a:lnTo>
                <a:close/>
              </a:path>
            </a:pathLst>
          </a:custGeom>
          <a:solidFill>
            <a:srgbClr val="DAE9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068180" y="3377782"/>
            <a:ext cx="4445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1D3FAE"/>
                </a:solidFill>
                <a:latin typeface="Courier New"/>
                <a:cs typeface="Courier New"/>
              </a:rPr>
              <a:t>sum()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633925" y="930594"/>
            <a:ext cx="4181475" cy="3815079"/>
            <a:chOff x="4633925" y="930594"/>
            <a:chExt cx="4181475" cy="3815079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33925" y="930594"/>
              <a:ext cx="4181043" cy="381492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708804" y="1005486"/>
              <a:ext cx="3978275" cy="3612515"/>
            </a:xfrm>
            <a:custGeom>
              <a:avLst/>
              <a:gdLst/>
              <a:ahLst/>
              <a:cxnLst/>
              <a:rect l="l" t="t" r="r" b="b"/>
              <a:pathLst>
                <a:path w="3978275" h="3612515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3502431"/>
                  </a:lnTo>
                  <a:lnTo>
                    <a:pt x="939" y="3516861"/>
                  </a:lnTo>
                  <a:lnTo>
                    <a:pt x="14757" y="3557511"/>
                  </a:lnTo>
                  <a:lnTo>
                    <a:pt x="22674" y="3569224"/>
                  </a:lnTo>
                  <a:lnTo>
                    <a:pt x="22775" y="3569374"/>
                  </a:lnTo>
                  <a:lnTo>
                    <a:pt x="55079" y="3597478"/>
                  </a:lnTo>
                  <a:lnTo>
                    <a:pt x="95374" y="3611295"/>
                  </a:lnTo>
                  <a:lnTo>
                    <a:pt x="109791" y="3612235"/>
                  </a:lnTo>
                  <a:lnTo>
                    <a:pt x="3868191" y="3612235"/>
                  </a:lnTo>
                  <a:lnTo>
                    <a:pt x="3910262" y="3603882"/>
                  </a:lnTo>
                  <a:lnTo>
                    <a:pt x="3945766" y="3580056"/>
                  </a:lnTo>
                  <a:lnTo>
                    <a:pt x="3969567" y="3544502"/>
                  </a:lnTo>
                  <a:lnTo>
                    <a:pt x="3977995" y="3502431"/>
                  </a:lnTo>
                  <a:lnTo>
                    <a:pt x="3977971" y="109791"/>
                  </a:lnTo>
                  <a:lnTo>
                    <a:pt x="3969642" y="68088"/>
                  </a:lnTo>
                  <a:lnTo>
                    <a:pt x="3945772" y="32534"/>
                  </a:lnTo>
                  <a:lnTo>
                    <a:pt x="3910112" y="8708"/>
                  </a:lnTo>
                  <a:lnTo>
                    <a:pt x="386819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937760" y="1234442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637" y="0"/>
                  </a:moveTo>
                  <a:lnTo>
                    <a:pt x="186348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5" y="404328"/>
                  </a:lnTo>
                  <a:lnTo>
                    <a:pt x="98285" y="450777"/>
                  </a:lnTo>
                  <a:lnTo>
                    <a:pt x="155202" y="483631"/>
                  </a:lnTo>
                  <a:lnTo>
                    <a:pt x="218640" y="500721"/>
                  </a:lnTo>
                  <a:lnTo>
                    <a:pt x="251637" y="502920"/>
                  </a:lnTo>
                  <a:lnTo>
                    <a:pt x="284429" y="500721"/>
                  </a:lnTo>
                  <a:lnTo>
                    <a:pt x="347723" y="483631"/>
                  </a:lnTo>
                  <a:lnTo>
                    <a:pt x="404634" y="450777"/>
                  </a:lnTo>
                  <a:lnTo>
                    <a:pt x="450834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19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DAE9F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50802" y="1347116"/>
              <a:ext cx="276123" cy="27612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937760" y="2468526"/>
              <a:ext cx="3520440" cy="1005840"/>
            </a:xfrm>
            <a:custGeom>
              <a:avLst/>
              <a:gdLst/>
              <a:ahLst/>
              <a:cxnLst/>
              <a:rect l="l" t="t" r="r" b="b"/>
              <a:pathLst>
                <a:path w="3520440" h="1005839">
                  <a:moveTo>
                    <a:pt x="34469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932751"/>
                  </a:lnTo>
                  <a:lnTo>
                    <a:pt x="5412" y="960492"/>
                  </a:lnTo>
                  <a:lnTo>
                    <a:pt x="5464" y="960647"/>
                  </a:lnTo>
                  <a:lnTo>
                    <a:pt x="36360" y="996111"/>
                  </a:lnTo>
                  <a:lnTo>
                    <a:pt x="73075" y="1005839"/>
                  </a:lnTo>
                  <a:lnTo>
                    <a:pt x="3447364" y="1005471"/>
                  </a:lnTo>
                  <a:lnTo>
                    <a:pt x="3491734" y="990380"/>
                  </a:lnTo>
                  <a:lnTo>
                    <a:pt x="3517951" y="951607"/>
                  </a:lnTo>
                  <a:lnTo>
                    <a:pt x="3520417" y="932751"/>
                  </a:lnTo>
                  <a:lnTo>
                    <a:pt x="3520440" y="932395"/>
                  </a:lnTo>
                  <a:lnTo>
                    <a:pt x="3520084" y="73075"/>
                  </a:lnTo>
                  <a:lnTo>
                    <a:pt x="3504980" y="28698"/>
                  </a:lnTo>
                  <a:lnTo>
                    <a:pt x="3466036" y="2428"/>
                  </a:lnTo>
                  <a:lnTo>
                    <a:pt x="3456635" y="607"/>
                  </a:lnTo>
                  <a:lnTo>
                    <a:pt x="3446995" y="0"/>
                  </a:lnTo>
                  <a:close/>
                </a:path>
              </a:pathLst>
            </a:custGeom>
            <a:solidFill>
              <a:srgbClr val="EDF0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4925059" y="1358901"/>
            <a:ext cx="3270885" cy="1652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52145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D3FAE"/>
                </a:solidFill>
                <a:latin typeface="Times New Roman"/>
                <a:cs typeface="Times New Roman"/>
              </a:rPr>
              <a:t>User-</a:t>
            </a:r>
            <a:r>
              <a:rPr dirty="0" sz="1500" spc="45" b="1">
                <a:solidFill>
                  <a:srgbClr val="1D3FAE"/>
                </a:solidFill>
                <a:latin typeface="Times New Roman"/>
                <a:cs typeface="Times New Roman"/>
              </a:rPr>
              <a:t>defined</a:t>
            </a:r>
            <a:r>
              <a:rPr dirty="0" sz="1500" spc="60" b="1">
                <a:solidFill>
                  <a:srgbClr val="1D3FAE"/>
                </a:solidFill>
                <a:latin typeface="Times New Roman"/>
                <a:cs typeface="Times New Roman"/>
              </a:rPr>
              <a:t> </a:t>
            </a:r>
            <a:r>
              <a:rPr dirty="0" sz="1500" spc="-10" b="1">
                <a:solidFill>
                  <a:srgbClr val="1D3FAE"/>
                </a:solidFill>
                <a:latin typeface="Times New Roman"/>
                <a:cs typeface="Times New Roman"/>
              </a:rPr>
              <a:t>Functions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ct val="114900"/>
              </a:lnSpc>
            </a:pPr>
            <a:r>
              <a:rPr dirty="0" sz="1100">
                <a:solidFill>
                  <a:srgbClr val="63738A"/>
                </a:solidFill>
                <a:latin typeface="Calibri"/>
                <a:cs typeface="Calibri"/>
              </a:rPr>
              <a:t>Functions</a:t>
            </a:r>
            <a:r>
              <a:rPr dirty="0" sz="11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38A"/>
                </a:solidFill>
                <a:latin typeface="Calibri"/>
                <a:cs typeface="Calibri"/>
              </a:rPr>
              <a:t>created</a:t>
            </a:r>
            <a:r>
              <a:rPr dirty="0" sz="11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38A"/>
                </a:solidFill>
                <a:latin typeface="Calibri"/>
                <a:cs typeface="Calibri"/>
              </a:rPr>
              <a:t>by</a:t>
            </a:r>
            <a:r>
              <a:rPr dirty="0" sz="11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38A"/>
                </a:solidFill>
                <a:latin typeface="Calibri"/>
                <a:cs typeface="Calibri"/>
              </a:rPr>
              <a:t>the</a:t>
            </a:r>
            <a:r>
              <a:rPr dirty="0" sz="1100" spc="-10">
                <a:solidFill>
                  <a:srgbClr val="63738A"/>
                </a:solidFill>
                <a:latin typeface="Calibri"/>
                <a:cs typeface="Calibri"/>
              </a:rPr>
              <a:t> programmer</a:t>
            </a:r>
            <a:r>
              <a:rPr dirty="0" sz="1100" spc="-25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38A"/>
                </a:solidFill>
                <a:latin typeface="Calibri"/>
                <a:cs typeface="Calibri"/>
              </a:rPr>
              <a:t>to</a:t>
            </a:r>
            <a:r>
              <a:rPr dirty="0" sz="1100" spc="-1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3738A"/>
                </a:solidFill>
                <a:latin typeface="Calibri"/>
                <a:cs typeface="Calibri"/>
              </a:rPr>
              <a:t>perform</a:t>
            </a:r>
            <a:r>
              <a:rPr dirty="0" sz="1100" spc="-2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63738A"/>
                </a:solidFill>
                <a:latin typeface="Calibri"/>
                <a:cs typeface="Calibri"/>
              </a:rPr>
              <a:t>custom tasks.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100">
              <a:latin typeface="Calibri"/>
              <a:cs typeface="Calibri"/>
            </a:endParaRPr>
          </a:p>
          <a:p>
            <a:pPr marL="542290" marR="1623695" indent="-365760">
              <a:lnSpc>
                <a:spcPct val="119900"/>
              </a:lnSpc>
            </a:pPr>
            <a:r>
              <a:rPr dirty="0" sz="1200">
                <a:solidFill>
                  <a:srgbClr val="364050"/>
                </a:solidFill>
                <a:latin typeface="Courier New"/>
                <a:cs typeface="Courier New"/>
              </a:rPr>
              <a:t>def</a:t>
            </a:r>
            <a:r>
              <a:rPr dirty="0" sz="1200" spc="-60">
                <a:solidFill>
                  <a:srgbClr val="364050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364050"/>
                </a:solidFill>
                <a:latin typeface="Courier New"/>
                <a:cs typeface="Courier New"/>
              </a:rPr>
              <a:t>add(a,</a:t>
            </a:r>
            <a:r>
              <a:rPr dirty="0" sz="1200" spc="-55">
                <a:solidFill>
                  <a:srgbClr val="364050"/>
                </a:solidFill>
                <a:latin typeface="Courier New"/>
                <a:cs typeface="Courier New"/>
              </a:rPr>
              <a:t> </a:t>
            </a:r>
            <a:r>
              <a:rPr dirty="0" sz="1200" spc="-25">
                <a:solidFill>
                  <a:srgbClr val="364050"/>
                </a:solidFill>
                <a:latin typeface="Courier New"/>
                <a:cs typeface="Courier New"/>
              </a:rPr>
              <a:t>b): </a:t>
            </a:r>
            <a:r>
              <a:rPr dirty="0" sz="1200">
                <a:solidFill>
                  <a:srgbClr val="364050"/>
                </a:solidFill>
                <a:latin typeface="Courier New"/>
                <a:cs typeface="Courier New"/>
              </a:rPr>
              <a:t>return</a:t>
            </a:r>
            <a:r>
              <a:rPr dirty="0" sz="1200" spc="-35">
                <a:solidFill>
                  <a:srgbClr val="364050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364050"/>
                </a:solidFill>
                <a:latin typeface="Courier New"/>
                <a:cs typeface="Courier New"/>
              </a:rPr>
              <a:t>a</a:t>
            </a:r>
            <a:r>
              <a:rPr dirty="0" sz="1200" spc="-35">
                <a:solidFill>
                  <a:srgbClr val="364050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364050"/>
                </a:solidFill>
                <a:latin typeface="Courier New"/>
                <a:cs typeface="Courier New"/>
              </a:rPr>
              <a:t>+</a:t>
            </a:r>
            <a:r>
              <a:rPr dirty="0" sz="1200" spc="-30">
                <a:solidFill>
                  <a:srgbClr val="364050"/>
                </a:solidFill>
                <a:latin typeface="Courier New"/>
                <a:cs typeface="Courier New"/>
              </a:rPr>
              <a:t> </a:t>
            </a:r>
            <a:r>
              <a:rPr dirty="0" sz="1200" spc="-50">
                <a:solidFill>
                  <a:srgbClr val="364050"/>
                </a:solidFill>
                <a:latin typeface="Courier New"/>
                <a:cs typeface="Courier New"/>
              </a:rPr>
              <a:t>b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VaultofCode</a:t>
            </a:r>
            <a:r>
              <a:rPr dirty="0" spc="15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Python</a:t>
            </a:r>
            <a:r>
              <a:rPr dirty="0" spc="-15"/>
              <a:t> </a:t>
            </a:r>
            <a:r>
              <a:rPr dirty="0" spc="-10"/>
              <a:t>Programming</a:t>
            </a:r>
            <a:r>
              <a:rPr dirty="0" spc="-15"/>
              <a:t> </a:t>
            </a:r>
            <a:r>
              <a:rPr dirty="0" spc="-10"/>
              <a:t>Internship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Modules</a:t>
            </a:r>
            <a:r>
              <a:rPr dirty="0" spc="70"/>
              <a:t> </a:t>
            </a:r>
            <a:r>
              <a:rPr dirty="0" spc="105"/>
              <a:t>in</a:t>
            </a:r>
            <a:r>
              <a:rPr dirty="0" spc="85"/>
              <a:t> </a:t>
            </a:r>
            <a:r>
              <a:rPr dirty="0" spc="45"/>
              <a:t>Python</a:t>
            </a:r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846797"/>
            <a:ext cx="182524" cy="1825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dirty="0" spc="-10" b="1">
                <a:solidFill>
                  <a:srgbClr val="1D3FAE"/>
                </a:solidFill>
                <a:latin typeface="Calibri"/>
                <a:cs typeface="Calibri"/>
              </a:rPr>
              <a:t>Definition:</a:t>
            </a:r>
            <a:r>
              <a:rPr dirty="0" spc="-40" b="1">
                <a:solidFill>
                  <a:srgbClr val="1D3FAE"/>
                </a:solidFill>
                <a:latin typeface="Calibri"/>
                <a:cs typeface="Calibri"/>
              </a:rPr>
              <a:t> </a:t>
            </a:r>
            <a:r>
              <a:rPr dirty="0"/>
              <a:t>A</a:t>
            </a:r>
            <a:r>
              <a:rPr dirty="0" spc="-40"/>
              <a:t> </a:t>
            </a:r>
            <a:r>
              <a:rPr dirty="0"/>
              <a:t>module</a:t>
            </a:r>
            <a:r>
              <a:rPr dirty="0" spc="-40"/>
              <a:t> </a:t>
            </a:r>
            <a:r>
              <a:rPr dirty="0"/>
              <a:t>is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Python</a:t>
            </a:r>
            <a:r>
              <a:rPr dirty="0" spc="-30"/>
              <a:t> </a:t>
            </a:r>
            <a:r>
              <a:rPr dirty="0"/>
              <a:t>file</a:t>
            </a:r>
            <a:r>
              <a:rPr dirty="0" spc="-25"/>
              <a:t> </a:t>
            </a:r>
            <a:r>
              <a:rPr dirty="0" spc="-10"/>
              <a:t>containing</a:t>
            </a:r>
            <a:r>
              <a:rPr dirty="0" spc="-40"/>
              <a:t> </a:t>
            </a:r>
            <a:r>
              <a:rPr dirty="0" spc="-10"/>
              <a:t>reusable</a:t>
            </a:r>
            <a:r>
              <a:rPr dirty="0" spc="-35"/>
              <a:t> </a:t>
            </a:r>
            <a:r>
              <a:rPr dirty="0" spc="-10"/>
              <a:t>functions, variables,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 spc="-10"/>
              <a:t>classes.</a:t>
            </a: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pc="-10" b="1">
                <a:solidFill>
                  <a:srgbClr val="2462EA"/>
                </a:solidFill>
                <a:latin typeface="Times New Roman"/>
                <a:cs typeface="Times New Roman"/>
              </a:rPr>
              <a:t>Advantages</a:t>
            </a:r>
          </a:p>
          <a:p>
            <a:pPr marL="287020">
              <a:lnSpc>
                <a:spcPct val="100000"/>
              </a:lnSpc>
              <a:spcBef>
                <a:spcPts val="690"/>
              </a:spcBef>
            </a:pPr>
            <a:r>
              <a:rPr dirty="0" sz="1150"/>
              <a:t>Code</a:t>
            </a:r>
            <a:r>
              <a:rPr dirty="0" sz="1150" spc="-30"/>
              <a:t> </a:t>
            </a:r>
            <a:r>
              <a:rPr dirty="0" sz="1150" spc="-10"/>
              <a:t>Reusability</a:t>
            </a:r>
            <a:endParaRPr sz="1150"/>
          </a:p>
        </p:txBody>
      </p:sp>
      <p:pic>
        <p:nvPicPr>
          <p:cNvPr id="5" name="object 5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212557"/>
            <a:ext cx="182524" cy="182524"/>
          </a:xfrm>
          <a:prstGeom prst="rect">
            <a:avLst/>
          </a:prstGeom>
        </p:spPr>
      </p:pic>
      <p:pic>
        <p:nvPicPr>
          <p:cNvPr id="6" name="object 6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578318"/>
            <a:ext cx="182524" cy="1825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8464" y="2185100"/>
            <a:ext cx="1177290" cy="567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364050"/>
                </a:solidFill>
                <a:latin typeface="Calibri"/>
                <a:cs typeface="Calibri"/>
              </a:rPr>
              <a:t>Better</a:t>
            </a:r>
            <a:r>
              <a:rPr dirty="0" sz="1150" spc="-30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364050"/>
                </a:solidFill>
                <a:latin typeface="Calibri"/>
                <a:cs typeface="Calibri"/>
              </a:rPr>
              <a:t>Organization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50">
                <a:solidFill>
                  <a:srgbClr val="364050"/>
                </a:solidFill>
                <a:latin typeface="Calibri"/>
                <a:cs typeface="Calibri"/>
              </a:rPr>
              <a:t>Easy</a:t>
            </a:r>
            <a:r>
              <a:rPr dirty="0" sz="1150" spc="-70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364050"/>
                </a:solidFill>
                <a:latin typeface="Calibri"/>
                <a:cs typeface="Calibri"/>
              </a:rPr>
              <a:t>Maintenance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7200" y="3401278"/>
            <a:ext cx="722630" cy="365760"/>
          </a:xfrm>
          <a:custGeom>
            <a:avLst/>
            <a:gdLst/>
            <a:ahLst/>
            <a:cxnLst/>
            <a:rect l="l" t="t" r="r" b="b"/>
            <a:pathLst>
              <a:path w="722630" h="365760">
                <a:moveTo>
                  <a:pt x="539635" y="0"/>
                </a:moveTo>
                <a:lnTo>
                  <a:pt x="182879" y="0"/>
                </a:lnTo>
                <a:lnTo>
                  <a:pt x="158973" y="1547"/>
                </a:lnTo>
                <a:lnTo>
                  <a:pt x="112917" y="13823"/>
                </a:lnTo>
                <a:lnTo>
                  <a:pt x="71559" y="37881"/>
                </a:lnTo>
                <a:lnTo>
                  <a:pt x="37879" y="71564"/>
                </a:lnTo>
                <a:lnTo>
                  <a:pt x="13823" y="112917"/>
                </a:lnTo>
                <a:lnTo>
                  <a:pt x="1547" y="158973"/>
                </a:lnTo>
                <a:lnTo>
                  <a:pt x="0" y="182880"/>
                </a:lnTo>
                <a:lnTo>
                  <a:pt x="1547" y="206788"/>
                </a:lnTo>
                <a:lnTo>
                  <a:pt x="13823" y="252847"/>
                </a:lnTo>
                <a:lnTo>
                  <a:pt x="37879" y="294200"/>
                </a:lnTo>
                <a:lnTo>
                  <a:pt x="71559" y="327885"/>
                </a:lnTo>
                <a:lnTo>
                  <a:pt x="112917" y="351942"/>
                </a:lnTo>
                <a:lnTo>
                  <a:pt x="158973" y="364213"/>
                </a:lnTo>
                <a:lnTo>
                  <a:pt x="182879" y="365759"/>
                </a:lnTo>
                <a:lnTo>
                  <a:pt x="539635" y="365759"/>
                </a:lnTo>
                <a:lnTo>
                  <a:pt x="586979" y="359595"/>
                </a:lnTo>
                <a:lnTo>
                  <a:pt x="631075" y="341287"/>
                </a:lnTo>
                <a:lnTo>
                  <a:pt x="668878" y="312123"/>
                </a:lnTo>
                <a:lnTo>
                  <a:pt x="698042" y="274320"/>
                </a:lnTo>
                <a:lnTo>
                  <a:pt x="716351" y="230224"/>
                </a:lnTo>
                <a:lnTo>
                  <a:pt x="722515" y="182880"/>
                </a:lnTo>
                <a:lnTo>
                  <a:pt x="720968" y="158973"/>
                </a:lnTo>
                <a:lnTo>
                  <a:pt x="708697" y="112917"/>
                </a:lnTo>
                <a:lnTo>
                  <a:pt x="684641" y="71564"/>
                </a:lnTo>
                <a:lnTo>
                  <a:pt x="650956" y="37881"/>
                </a:lnTo>
                <a:lnTo>
                  <a:pt x="609603" y="13823"/>
                </a:lnTo>
                <a:lnTo>
                  <a:pt x="563544" y="1547"/>
                </a:lnTo>
                <a:lnTo>
                  <a:pt x="539635" y="0"/>
                </a:lnTo>
                <a:close/>
              </a:path>
            </a:pathLst>
          </a:custGeom>
          <a:solidFill>
            <a:srgbClr val="DAE9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89164" y="3401278"/>
            <a:ext cx="923925" cy="365760"/>
          </a:xfrm>
          <a:custGeom>
            <a:avLst/>
            <a:gdLst/>
            <a:ahLst/>
            <a:cxnLst/>
            <a:rect l="l" t="t" r="r" b="b"/>
            <a:pathLst>
              <a:path w="923925" h="365760">
                <a:moveTo>
                  <a:pt x="740511" y="0"/>
                </a:moveTo>
                <a:lnTo>
                  <a:pt x="182880" y="0"/>
                </a:lnTo>
                <a:lnTo>
                  <a:pt x="158971" y="1547"/>
                </a:lnTo>
                <a:lnTo>
                  <a:pt x="112912" y="13823"/>
                </a:lnTo>
                <a:lnTo>
                  <a:pt x="71559" y="37881"/>
                </a:lnTo>
                <a:lnTo>
                  <a:pt x="37874" y="71564"/>
                </a:lnTo>
                <a:lnTo>
                  <a:pt x="13817" y="112917"/>
                </a:lnTo>
                <a:lnTo>
                  <a:pt x="1546" y="158973"/>
                </a:lnTo>
                <a:lnTo>
                  <a:pt x="0" y="182880"/>
                </a:lnTo>
                <a:lnTo>
                  <a:pt x="1546" y="206788"/>
                </a:lnTo>
                <a:lnTo>
                  <a:pt x="13817" y="252847"/>
                </a:lnTo>
                <a:lnTo>
                  <a:pt x="37874" y="294200"/>
                </a:lnTo>
                <a:lnTo>
                  <a:pt x="71559" y="327885"/>
                </a:lnTo>
                <a:lnTo>
                  <a:pt x="112912" y="351942"/>
                </a:lnTo>
                <a:lnTo>
                  <a:pt x="158971" y="364213"/>
                </a:lnTo>
                <a:lnTo>
                  <a:pt x="182880" y="365759"/>
                </a:lnTo>
                <a:lnTo>
                  <a:pt x="740511" y="365759"/>
                </a:lnTo>
                <a:lnTo>
                  <a:pt x="787855" y="359595"/>
                </a:lnTo>
                <a:lnTo>
                  <a:pt x="831951" y="341287"/>
                </a:lnTo>
                <a:lnTo>
                  <a:pt x="869754" y="312123"/>
                </a:lnTo>
                <a:lnTo>
                  <a:pt x="898918" y="274320"/>
                </a:lnTo>
                <a:lnTo>
                  <a:pt x="917227" y="230224"/>
                </a:lnTo>
                <a:lnTo>
                  <a:pt x="923391" y="182880"/>
                </a:lnTo>
                <a:lnTo>
                  <a:pt x="921844" y="158973"/>
                </a:lnTo>
                <a:lnTo>
                  <a:pt x="909573" y="112917"/>
                </a:lnTo>
                <a:lnTo>
                  <a:pt x="885517" y="71564"/>
                </a:lnTo>
                <a:lnTo>
                  <a:pt x="851832" y="37881"/>
                </a:lnTo>
                <a:lnTo>
                  <a:pt x="810479" y="13823"/>
                </a:lnTo>
                <a:lnTo>
                  <a:pt x="764419" y="1547"/>
                </a:lnTo>
                <a:lnTo>
                  <a:pt x="740511" y="0"/>
                </a:lnTo>
                <a:close/>
              </a:path>
            </a:pathLst>
          </a:custGeom>
          <a:solidFill>
            <a:srgbClr val="DAE9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44144" y="3087981"/>
            <a:ext cx="1558290" cy="58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2462EA"/>
                </a:solidFill>
                <a:latin typeface="Times New Roman"/>
                <a:cs typeface="Times New Roman"/>
              </a:rPr>
              <a:t>Popular</a:t>
            </a:r>
            <a:r>
              <a:rPr dirty="0" sz="1300" spc="55" b="1">
                <a:solidFill>
                  <a:srgbClr val="2462EA"/>
                </a:solidFill>
                <a:latin typeface="Times New Roman"/>
                <a:cs typeface="Times New Roman"/>
              </a:rPr>
              <a:t> </a:t>
            </a:r>
            <a:r>
              <a:rPr dirty="0" sz="1300" spc="-10" b="1">
                <a:solidFill>
                  <a:srgbClr val="2462EA"/>
                </a:solidFill>
                <a:latin typeface="Times New Roman"/>
                <a:cs typeface="Times New Roman"/>
              </a:rPr>
              <a:t>Modules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300">
              <a:latin typeface="Times New Roman"/>
              <a:cs typeface="Times New Roman"/>
            </a:endParaRPr>
          </a:p>
          <a:p>
            <a:pPr marL="215265">
              <a:lnSpc>
                <a:spcPct val="100000"/>
              </a:lnSpc>
              <a:tabLst>
                <a:tab pos="1067435" algn="l"/>
              </a:tabLst>
            </a:pPr>
            <a:r>
              <a:rPr dirty="0" sz="1050" spc="-20">
                <a:solidFill>
                  <a:srgbClr val="1D3FAE"/>
                </a:solidFill>
                <a:latin typeface="Courier New"/>
                <a:cs typeface="Courier New"/>
              </a:rPr>
              <a:t>math</a:t>
            </a:r>
            <a:r>
              <a:rPr dirty="0" sz="1050">
                <a:solidFill>
                  <a:srgbClr val="1D3FAE"/>
                </a:solidFill>
                <a:latin typeface="Courier New"/>
                <a:cs typeface="Courier New"/>
              </a:rPr>
              <a:t>	</a:t>
            </a:r>
            <a:r>
              <a:rPr dirty="0" sz="1050" spc="-10">
                <a:solidFill>
                  <a:srgbClr val="1D3FAE"/>
                </a:solidFill>
                <a:latin typeface="Courier New"/>
                <a:cs typeface="Courier New"/>
              </a:rPr>
              <a:t>random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22360" y="3401278"/>
            <a:ext cx="521334" cy="365760"/>
          </a:xfrm>
          <a:custGeom>
            <a:avLst/>
            <a:gdLst/>
            <a:ahLst/>
            <a:cxnLst/>
            <a:rect l="l" t="t" r="r" b="b"/>
            <a:pathLst>
              <a:path w="521335" h="365760">
                <a:moveTo>
                  <a:pt x="338404" y="0"/>
                </a:moveTo>
                <a:lnTo>
                  <a:pt x="182880" y="0"/>
                </a:lnTo>
                <a:lnTo>
                  <a:pt x="158973" y="1547"/>
                </a:lnTo>
                <a:lnTo>
                  <a:pt x="112917" y="13823"/>
                </a:lnTo>
                <a:lnTo>
                  <a:pt x="71559" y="37881"/>
                </a:lnTo>
                <a:lnTo>
                  <a:pt x="37879" y="71564"/>
                </a:lnTo>
                <a:lnTo>
                  <a:pt x="13823" y="112917"/>
                </a:lnTo>
                <a:lnTo>
                  <a:pt x="1547" y="158973"/>
                </a:lnTo>
                <a:lnTo>
                  <a:pt x="0" y="182880"/>
                </a:lnTo>
                <a:lnTo>
                  <a:pt x="1547" y="206788"/>
                </a:lnTo>
                <a:lnTo>
                  <a:pt x="13823" y="252847"/>
                </a:lnTo>
                <a:lnTo>
                  <a:pt x="37879" y="294200"/>
                </a:lnTo>
                <a:lnTo>
                  <a:pt x="71559" y="327885"/>
                </a:lnTo>
                <a:lnTo>
                  <a:pt x="112917" y="351942"/>
                </a:lnTo>
                <a:lnTo>
                  <a:pt x="158973" y="364213"/>
                </a:lnTo>
                <a:lnTo>
                  <a:pt x="182880" y="365759"/>
                </a:lnTo>
                <a:lnTo>
                  <a:pt x="338404" y="365759"/>
                </a:lnTo>
                <a:lnTo>
                  <a:pt x="385738" y="359595"/>
                </a:lnTo>
                <a:lnTo>
                  <a:pt x="429844" y="341287"/>
                </a:lnTo>
                <a:lnTo>
                  <a:pt x="467640" y="312123"/>
                </a:lnTo>
                <a:lnTo>
                  <a:pt x="496798" y="274320"/>
                </a:lnTo>
                <a:lnTo>
                  <a:pt x="515118" y="230224"/>
                </a:lnTo>
                <a:lnTo>
                  <a:pt x="521284" y="182880"/>
                </a:lnTo>
                <a:lnTo>
                  <a:pt x="519737" y="158973"/>
                </a:lnTo>
                <a:lnTo>
                  <a:pt x="507461" y="112917"/>
                </a:lnTo>
                <a:lnTo>
                  <a:pt x="483402" y="71564"/>
                </a:lnTo>
                <a:lnTo>
                  <a:pt x="449719" y="37881"/>
                </a:lnTo>
                <a:lnTo>
                  <a:pt x="408364" y="13823"/>
                </a:lnTo>
                <a:lnTo>
                  <a:pt x="362305" y="1547"/>
                </a:lnTo>
                <a:lnTo>
                  <a:pt x="338404" y="0"/>
                </a:lnTo>
                <a:close/>
              </a:path>
            </a:pathLst>
          </a:custGeom>
          <a:solidFill>
            <a:srgbClr val="DAE9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490736" y="3491549"/>
            <a:ext cx="18478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25">
                <a:solidFill>
                  <a:srgbClr val="1D3FAE"/>
                </a:solidFill>
                <a:latin typeface="Courier New"/>
                <a:cs typeface="Courier New"/>
              </a:rPr>
              <a:t>os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53080" y="3401278"/>
            <a:ext cx="1125220" cy="365760"/>
          </a:xfrm>
          <a:custGeom>
            <a:avLst/>
            <a:gdLst/>
            <a:ahLst/>
            <a:cxnLst/>
            <a:rect l="l" t="t" r="r" b="b"/>
            <a:pathLst>
              <a:path w="1125220" h="365760">
                <a:moveTo>
                  <a:pt x="941755" y="0"/>
                </a:moveTo>
                <a:lnTo>
                  <a:pt x="182879" y="0"/>
                </a:lnTo>
                <a:lnTo>
                  <a:pt x="158973" y="1547"/>
                </a:lnTo>
                <a:lnTo>
                  <a:pt x="112917" y="13823"/>
                </a:lnTo>
                <a:lnTo>
                  <a:pt x="71559" y="37881"/>
                </a:lnTo>
                <a:lnTo>
                  <a:pt x="37879" y="71564"/>
                </a:lnTo>
                <a:lnTo>
                  <a:pt x="13823" y="112917"/>
                </a:lnTo>
                <a:lnTo>
                  <a:pt x="1547" y="158973"/>
                </a:lnTo>
                <a:lnTo>
                  <a:pt x="0" y="182880"/>
                </a:lnTo>
                <a:lnTo>
                  <a:pt x="1547" y="206788"/>
                </a:lnTo>
                <a:lnTo>
                  <a:pt x="13823" y="252847"/>
                </a:lnTo>
                <a:lnTo>
                  <a:pt x="37879" y="294200"/>
                </a:lnTo>
                <a:lnTo>
                  <a:pt x="71559" y="327885"/>
                </a:lnTo>
                <a:lnTo>
                  <a:pt x="112917" y="351942"/>
                </a:lnTo>
                <a:lnTo>
                  <a:pt x="158973" y="364213"/>
                </a:lnTo>
                <a:lnTo>
                  <a:pt x="182879" y="365759"/>
                </a:lnTo>
                <a:lnTo>
                  <a:pt x="941755" y="365759"/>
                </a:lnTo>
                <a:lnTo>
                  <a:pt x="989099" y="359595"/>
                </a:lnTo>
                <a:lnTo>
                  <a:pt x="1033195" y="341287"/>
                </a:lnTo>
                <a:lnTo>
                  <a:pt x="1070998" y="312123"/>
                </a:lnTo>
                <a:lnTo>
                  <a:pt x="1100162" y="274320"/>
                </a:lnTo>
                <a:lnTo>
                  <a:pt x="1118471" y="230224"/>
                </a:lnTo>
                <a:lnTo>
                  <a:pt x="1124635" y="182880"/>
                </a:lnTo>
                <a:lnTo>
                  <a:pt x="1123088" y="158973"/>
                </a:lnTo>
                <a:lnTo>
                  <a:pt x="1110818" y="112917"/>
                </a:lnTo>
                <a:lnTo>
                  <a:pt x="1086761" y="71564"/>
                </a:lnTo>
                <a:lnTo>
                  <a:pt x="1053076" y="37881"/>
                </a:lnTo>
                <a:lnTo>
                  <a:pt x="1011723" y="13823"/>
                </a:lnTo>
                <a:lnTo>
                  <a:pt x="965664" y="1547"/>
                </a:lnTo>
                <a:lnTo>
                  <a:pt x="941755" y="0"/>
                </a:lnTo>
                <a:close/>
              </a:path>
            </a:pathLst>
          </a:custGeom>
          <a:solidFill>
            <a:srgbClr val="DAE9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184817" y="3491549"/>
            <a:ext cx="66103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1D3FAE"/>
                </a:solidFill>
                <a:latin typeface="Courier New"/>
                <a:cs typeface="Courier New"/>
              </a:rPr>
              <a:t>datetime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187875" y="3401278"/>
            <a:ext cx="1325880" cy="365760"/>
          </a:xfrm>
          <a:custGeom>
            <a:avLst/>
            <a:gdLst/>
            <a:ahLst/>
            <a:cxnLst/>
            <a:rect l="l" t="t" r="r" b="b"/>
            <a:pathLst>
              <a:path w="1325879" h="365760">
                <a:moveTo>
                  <a:pt x="1143000" y="0"/>
                </a:moveTo>
                <a:lnTo>
                  <a:pt x="182879" y="0"/>
                </a:lnTo>
                <a:lnTo>
                  <a:pt x="158973" y="1547"/>
                </a:lnTo>
                <a:lnTo>
                  <a:pt x="112917" y="13823"/>
                </a:lnTo>
                <a:lnTo>
                  <a:pt x="71564" y="37881"/>
                </a:lnTo>
                <a:lnTo>
                  <a:pt x="37881" y="71564"/>
                </a:lnTo>
                <a:lnTo>
                  <a:pt x="13823" y="112917"/>
                </a:lnTo>
                <a:lnTo>
                  <a:pt x="1547" y="158973"/>
                </a:lnTo>
                <a:lnTo>
                  <a:pt x="0" y="182880"/>
                </a:lnTo>
                <a:lnTo>
                  <a:pt x="1547" y="206788"/>
                </a:lnTo>
                <a:lnTo>
                  <a:pt x="13823" y="252847"/>
                </a:lnTo>
                <a:lnTo>
                  <a:pt x="37881" y="294200"/>
                </a:lnTo>
                <a:lnTo>
                  <a:pt x="71564" y="327885"/>
                </a:lnTo>
                <a:lnTo>
                  <a:pt x="112917" y="351942"/>
                </a:lnTo>
                <a:lnTo>
                  <a:pt x="158973" y="364213"/>
                </a:lnTo>
                <a:lnTo>
                  <a:pt x="182879" y="365759"/>
                </a:lnTo>
                <a:lnTo>
                  <a:pt x="1143000" y="365759"/>
                </a:lnTo>
                <a:lnTo>
                  <a:pt x="1190344" y="359595"/>
                </a:lnTo>
                <a:lnTo>
                  <a:pt x="1234439" y="341287"/>
                </a:lnTo>
                <a:lnTo>
                  <a:pt x="1272243" y="312123"/>
                </a:lnTo>
                <a:lnTo>
                  <a:pt x="1301407" y="274320"/>
                </a:lnTo>
                <a:lnTo>
                  <a:pt x="1319715" y="230224"/>
                </a:lnTo>
                <a:lnTo>
                  <a:pt x="1325879" y="182880"/>
                </a:lnTo>
                <a:lnTo>
                  <a:pt x="1324333" y="158973"/>
                </a:lnTo>
                <a:lnTo>
                  <a:pt x="1312062" y="112917"/>
                </a:lnTo>
                <a:lnTo>
                  <a:pt x="1288005" y="71564"/>
                </a:lnTo>
                <a:lnTo>
                  <a:pt x="1254320" y="37881"/>
                </a:lnTo>
                <a:lnTo>
                  <a:pt x="1212967" y="13823"/>
                </a:lnTo>
                <a:lnTo>
                  <a:pt x="1166908" y="1547"/>
                </a:lnTo>
                <a:lnTo>
                  <a:pt x="1143000" y="0"/>
                </a:lnTo>
                <a:close/>
              </a:path>
            </a:pathLst>
          </a:custGeom>
          <a:solidFill>
            <a:srgbClr val="DAE9F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440135" y="3491549"/>
            <a:ext cx="81915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1D3FAE"/>
                </a:solidFill>
                <a:latin typeface="Courier New"/>
                <a:cs typeface="Courier New"/>
              </a:rPr>
              <a:t>statistics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56844" y="3931922"/>
            <a:ext cx="5029200" cy="777240"/>
          </a:xfrm>
          <a:custGeom>
            <a:avLst/>
            <a:gdLst/>
            <a:ahLst/>
            <a:cxnLst/>
            <a:rect l="l" t="t" r="r" b="b"/>
            <a:pathLst>
              <a:path w="5029200" h="777239">
                <a:moveTo>
                  <a:pt x="495575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704164"/>
                </a:lnTo>
                <a:lnTo>
                  <a:pt x="594" y="713435"/>
                </a:lnTo>
                <a:lnTo>
                  <a:pt x="607" y="713640"/>
                </a:lnTo>
                <a:lnTo>
                  <a:pt x="2394" y="722836"/>
                </a:lnTo>
                <a:lnTo>
                  <a:pt x="2428" y="723015"/>
                </a:lnTo>
                <a:lnTo>
                  <a:pt x="5412" y="731899"/>
                </a:lnTo>
                <a:lnTo>
                  <a:pt x="36360" y="767524"/>
                </a:lnTo>
                <a:lnTo>
                  <a:pt x="73075" y="777239"/>
                </a:lnTo>
                <a:lnTo>
                  <a:pt x="4956111" y="776884"/>
                </a:lnTo>
                <a:lnTo>
                  <a:pt x="5000489" y="761780"/>
                </a:lnTo>
                <a:lnTo>
                  <a:pt x="5026709" y="723015"/>
                </a:lnTo>
                <a:lnTo>
                  <a:pt x="5029200" y="703795"/>
                </a:lnTo>
                <a:lnTo>
                  <a:pt x="5028831" y="73075"/>
                </a:lnTo>
                <a:lnTo>
                  <a:pt x="5013740" y="28705"/>
                </a:lnTo>
                <a:lnTo>
                  <a:pt x="4974790" y="2428"/>
                </a:lnTo>
                <a:lnTo>
                  <a:pt x="4965389" y="607"/>
                </a:lnTo>
                <a:lnTo>
                  <a:pt x="4955755" y="0"/>
                </a:lnTo>
                <a:close/>
              </a:path>
            </a:pathLst>
          </a:custGeom>
          <a:solidFill>
            <a:srgbClr val="EDF0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09015" y="3991784"/>
            <a:ext cx="1705610" cy="410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100"/>
              </a:spcBef>
            </a:pPr>
            <a:r>
              <a:rPr dirty="0" sz="1100">
                <a:solidFill>
                  <a:srgbClr val="364050"/>
                </a:solidFill>
                <a:latin typeface="Courier New"/>
                <a:cs typeface="Courier New"/>
              </a:rPr>
              <a:t>import</a:t>
            </a:r>
            <a:r>
              <a:rPr dirty="0" sz="1100" spc="-55">
                <a:solidFill>
                  <a:srgbClr val="364050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364050"/>
                </a:solidFill>
                <a:latin typeface="Courier New"/>
                <a:cs typeface="Courier New"/>
              </a:rPr>
              <a:t>math </a:t>
            </a:r>
            <a:r>
              <a:rPr dirty="0" sz="1100" spc="-10">
                <a:solidFill>
                  <a:srgbClr val="364050"/>
                </a:solidFill>
                <a:latin typeface="Courier New"/>
                <a:cs typeface="Courier New"/>
              </a:rPr>
              <a:t>print(math.sqrt(25))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47664" y="1008267"/>
            <a:ext cx="146177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2462EA"/>
                </a:solidFill>
                <a:latin typeface="Times New Roman"/>
                <a:cs typeface="Times New Roman"/>
              </a:rPr>
              <a:t>How</a:t>
            </a:r>
            <a:r>
              <a:rPr dirty="0" sz="1300" spc="25" b="1">
                <a:solidFill>
                  <a:srgbClr val="2462EA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2462EA"/>
                </a:solidFill>
                <a:latin typeface="Times New Roman"/>
                <a:cs typeface="Times New Roman"/>
              </a:rPr>
              <a:t>Modules</a:t>
            </a:r>
            <a:r>
              <a:rPr dirty="0" sz="1300" spc="35" b="1">
                <a:solidFill>
                  <a:srgbClr val="2462EA"/>
                </a:solidFill>
                <a:latin typeface="Times New Roman"/>
                <a:cs typeface="Times New Roman"/>
              </a:rPr>
              <a:t> </a:t>
            </a:r>
            <a:r>
              <a:rPr dirty="0" sz="1300" spc="-20" b="1">
                <a:solidFill>
                  <a:srgbClr val="2462EA"/>
                </a:solidFill>
                <a:latin typeface="Times New Roman"/>
                <a:cs typeface="Times New Roman"/>
              </a:rPr>
              <a:t>Work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685840" y="1342430"/>
            <a:ext cx="3083560" cy="980440"/>
            <a:chOff x="5685840" y="1342430"/>
            <a:chExt cx="3083560" cy="98044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5840" y="1342430"/>
              <a:ext cx="3083394" cy="97993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760720" y="1417322"/>
              <a:ext cx="2880360" cy="777240"/>
            </a:xfrm>
            <a:custGeom>
              <a:avLst/>
              <a:gdLst/>
              <a:ahLst/>
              <a:cxnLst/>
              <a:rect l="l" t="t" r="r" b="b"/>
              <a:pathLst>
                <a:path w="2880359" h="777239">
                  <a:moveTo>
                    <a:pt x="278856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685800"/>
                  </a:lnTo>
                  <a:lnTo>
                    <a:pt x="774" y="697444"/>
                  </a:lnTo>
                  <a:lnTo>
                    <a:pt x="798" y="697805"/>
                  </a:lnTo>
                  <a:lnTo>
                    <a:pt x="3076" y="709109"/>
                  </a:lnTo>
                  <a:lnTo>
                    <a:pt x="3149" y="709469"/>
                  </a:lnTo>
                  <a:lnTo>
                    <a:pt x="6864" y="720371"/>
                  </a:lnTo>
                  <a:lnTo>
                    <a:pt x="35676" y="758403"/>
                  </a:lnTo>
                  <a:lnTo>
                    <a:pt x="79434" y="776441"/>
                  </a:lnTo>
                  <a:lnTo>
                    <a:pt x="91439" y="777239"/>
                  </a:lnTo>
                  <a:lnTo>
                    <a:pt x="2788920" y="776884"/>
                  </a:lnTo>
                  <a:lnTo>
                    <a:pt x="2834639" y="764641"/>
                  </a:lnTo>
                  <a:lnTo>
                    <a:pt x="2868117" y="731164"/>
                  </a:lnTo>
                  <a:lnTo>
                    <a:pt x="2877087" y="709469"/>
                  </a:lnTo>
                  <a:lnTo>
                    <a:pt x="2877210" y="709109"/>
                  </a:lnTo>
                  <a:lnTo>
                    <a:pt x="2879488" y="697805"/>
                  </a:lnTo>
                  <a:lnTo>
                    <a:pt x="2879561" y="697444"/>
                  </a:lnTo>
                  <a:lnTo>
                    <a:pt x="2880336" y="685800"/>
                  </a:lnTo>
                  <a:lnTo>
                    <a:pt x="2880004" y="91439"/>
                  </a:lnTo>
                  <a:lnTo>
                    <a:pt x="2867761" y="45719"/>
                  </a:lnTo>
                  <a:lnTo>
                    <a:pt x="2834284" y="12242"/>
                  </a:lnTo>
                  <a:lnTo>
                    <a:pt x="2800564" y="798"/>
                  </a:lnTo>
                  <a:lnTo>
                    <a:pt x="27885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3600" y="1622871"/>
              <a:ext cx="365404" cy="36540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433820" y="1698017"/>
            <a:ext cx="109093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b="1">
                <a:solidFill>
                  <a:srgbClr val="364050"/>
                </a:solidFill>
                <a:latin typeface="Calibri"/>
                <a:cs typeface="Calibri"/>
              </a:rPr>
              <a:t>Python</a:t>
            </a:r>
            <a:r>
              <a:rPr dirty="0" sz="1250" spc="-55" b="1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364050"/>
                </a:solidFill>
                <a:latin typeface="Calibri"/>
                <a:cs typeface="Calibri"/>
              </a:rPr>
              <a:t>Program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685840" y="2248917"/>
            <a:ext cx="3083560" cy="1125220"/>
            <a:chOff x="5685840" y="2248917"/>
            <a:chExt cx="3083560" cy="1125220"/>
          </a:xfrm>
        </p:grpSpPr>
        <p:pic>
          <p:nvPicPr>
            <p:cNvPr id="26" name="object 26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91286" y="2248917"/>
              <a:ext cx="219240" cy="21924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5840" y="2393990"/>
              <a:ext cx="3083394" cy="97993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760720" y="2468881"/>
              <a:ext cx="2880360" cy="777240"/>
            </a:xfrm>
            <a:custGeom>
              <a:avLst/>
              <a:gdLst/>
              <a:ahLst/>
              <a:cxnLst/>
              <a:rect l="l" t="t" r="r" b="b"/>
              <a:pathLst>
                <a:path w="2880359" h="777239">
                  <a:moveTo>
                    <a:pt x="278856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40"/>
                  </a:lnTo>
                  <a:lnTo>
                    <a:pt x="0" y="685800"/>
                  </a:lnTo>
                  <a:lnTo>
                    <a:pt x="774" y="697444"/>
                  </a:lnTo>
                  <a:lnTo>
                    <a:pt x="798" y="697805"/>
                  </a:lnTo>
                  <a:lnTo>
                    <a:pt x="3076" y="709109"/>
                  </a:lnTo>
                  <a:lnTo>
                    <a:pt x="3149" y="709469"/>
                  </a:lnTo>
                  <a:lnTo>
                    <a:pt x="6864" y="720371"/>
                  </a:lnTo>
                  <a:lnTo>
                    <a:pt x="6986" y="720729"/>
                  </a:lnTo>
                  <a:lnTo>
                    <a:pt x="35676" y="758403"/>
                  </a:lnTo>
                  <a:lnTo>
                    <a:pt x="79434" y="776441"/>
                  </a:lnTo>
                  <a:lnTo>
                    <a:pt x="91439" y="777240"/>
                  </a:lnTo>
                  <a:lnTo>
                    <a:pt x="2788920" y="776884"/>
                  </a:lnTo>
                  <a:lnTo>
                    <a:pt x="2834639" y="764641"/>
                  </a:lnTo>
                  <a:lnTo>
                    <a:pt x="2868117" y="731164"/>
                  </a:lnTo>
                  <a:lnTo>
                    <a:pt x="2877087" y="709469"/>
                  </a:lnTo>
                  <a:lnTo>
                    <a:pt x="2877210" y="709109"/>
                  </a:lnTo>
                  <a:lnTo>
                    <a:pt x="2879488" y="697805"/>
                  </a:lnTo>
                  <a:lnTo>
                    <a:pt x="2879561" y="697444"/>
                  </a:lnTo>
                  <a:lnTo>
                    <a:pt x="2880336" y="685800"/>
                  </a:lnTo>
                  <a:lnTo>
                    <a:pt x="2880004" y="91440"/>
                  </a:lnTo>
                  <a:lnTo>
                    <a:pt x="2867761" y="45719"/>
                  </a:lnTo>
                  <a:lnTo>
                    <a:pt x="2834284" y="12242"/>
                  </a:lnTo>
                  <a:lnTo>
                    <a:pt x="2800564" y="798"/>
                  </a:lnTo>
                  <a:lnTo>
                    <a:pt x="27885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43600" y="2674431"/>
              <a:ext cx="365404" cy="365404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6433820" y="2749577"/>
            <a:ext cx="102489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b="1">
                <a:solidFill>
                  <a:srgbClr val="364050"/>
                </a:solidFill>
                <a:latin typeface="Calibri"/>
                <a:cs typeface="Calibri"/>
              </a:rPr>
              <a:t>Import</a:t>
            </a:r>
            <a:r>
              <a:rPr dirty="0" sz="1250" spc="-65" b="1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364050"/>
                </a:solidFill>
                <a:latin typeface="Calibri"/>
                <a:cs typeface="Calibri"/>
              </a:rPr>
              <a:t>Module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685840" y="3300477"/>
            <a:ext cx="3083560" cy="1125220"/>
            <a:chOff x="5685840" y="3300477"/>
            <a:chExt cx="3083560" cy="1125220"/>
          </a:xfrm>
        </p:grpSpPr>
        <p:pic>
          <p:nvPicPr>
            <p:cNvPr id="32" name="object 32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91286" y="3300477"/>
              <a:ext cx="219240" cy="21924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5840" y="3445550"/>
              <a:ext cx="3083394" cy="97993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760720" y="3520441"/>
              <a:ext cx="2880360" cy="777240"/>
            </a:xfrm>
            <a:custGeom>
              <a:avLst/>
              <a:gdLst/>
              <a:ahLst/>
              <a:cxnLst/>
              <a:rect l="l" t="t" r="r" b="b"/>
              <a:pathLst>
                <a:path w="2880359" h="777239">
                  <a:moveTo>
                    <a:pt x="278856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685799"/>
                  </a:lnTo>
                  <a:lnTo>
                    <a:pt x="774" y="697444"/>
                  </a:lnTo>
                  <a:lnTo>
                    <a:pt x="798" y="697805"/>
                  </a:lnTo>
                  <a:lnTo>
                    <a:pt x="3076" y="709109"/>
                  </a:lnTo>
                  <a:lnTo>
                    <a:pt x="3149" y="709469"/>
                  </a:lnTo>
                  <a:lnTo>
                    <a:pt x="6864" y="720371"/>
                  </a:lnTo>
                  <a:lnTo>
                    <a:pt x="35676" y="758403"/>
                  </a:lnTo>
                  <a:lnTo>
                    <a:pt x="79434" y="776441"/>
                  </a:lnTo>
                  <a:lnTo>
                    <a:pt x="91439" y="777239"/>
                  </a:lnTo>
                  <a:lnTo>
                    <a:pt x="2788920" y="776884"/>
                  </a:lnTo>
                  <a:lnTo>
                    <a:pt x="2834639" y="764641"/>
                  </a:lnTo>
                  <a:lnTo>
                    <a:pt x="2868117" y="731164"/>
                  </a:lnTo>
                  <a:lnTo>
                    <a:pt x="2877087" y="709469"/>
                  </a:lnTo>
                  <a:lnTo>
                    <a:pt x="2877210" y="709109"/>
                  </a:lnTo>
                  <a:lnTo>
                    <a:pt x="2879488" y="697805"/>
                  </a:lnTo>
                  <a:lnTo>
                    <a:pt x="2879561" y="697444"/>
                  </a:lnTo>
                  <a:lnTo>
                    <a:pt x="2880336" y="685799"/>
                  </a:lnTo>
                  <a:lnTo>
                    <a:pt x="2880004" y="91439"/>
                  </a:lnTo>
                  <a:lnTo>
                    <a:pt x="2867761" y="45719"/>
                  </a:lnTo>
                  <a:lnTo>
                    <a:pt x="2834284" y="12242"/>
                  </a:lnTo>
                  <a:lnTo>
                    <a:pt x="2800564" y="798"/>
                  </a:lnTo>
                  <a:lnTo>
                    <a:pt x="27885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43600" y="3725991"/>
              <a:ext cx="365404" cy="365404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6433820" y="3801137"/>
            <a:ext cx="87820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b="1">
                <a:solidFill>
                  <a:srgbClr val="364050"/>
                </a:solidFill>
                <a:latin typeface="Calibri"/>
                <a:cs typeface="Calibri"/>
              </a:rPr>
              <a:t>Use</a:t>
            </a:r>
            <a:r>
              <a:rPr dirty="0" sz="1250" spc="-25" b="1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364050"/>
                </a:solidFill>
                <a:latin typeface="Calibri"/>
                <a:cs typeface="Calibri"/>
              </a:rPr>
              <a:t>Function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VaultofCode</a:t>
            </a:r>
            <a:r>
              <a:rPr dirty="0" spc="15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Python</a:t>
            </a:r>
            <a:r>
              <a:rPr dirty="0" spc="-15"/>
              <a:t> </a:t>
            </a:r>
            <a:r>
              <a:rPr dirty="0" spc="-10"/>
              <a:t>Programming</a:t>
            </a:r>
            <a:r>
              <a:rPr dirty="0" spc="-15"/>
              <a:t> </a:t>
            </a:r>
            <a:r>
              <a:rPr dirty="0" spc="-10"/>
              <a:t>Internship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0"/>
              <a:t>Functions</a:t>
            </a:r>
            <a:r>
              <a:rPr dirty="0" spc="-75"/>
              <a:t> </a:t>
            </a:r>
            <a:r>
              <a:rPr dirty="0" spc="65"/>
              <a:t>vs</a:t>
            </a:r>
            <a:r>
              <a:rPr dirty="0" spc="-75"/>
              <a:t> </a:t>
            </a:r>
            <a:r>
              <a:rPr dirty="0" spc="-10"/>
              <a:t>Modules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VaultofCode</a:t>
            </a:r>
            <a:r>
              <a:rPr dirty="0" spc="15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Python</a:t>
            </a:r>
            <a:r>
              <a:rPr dirty="0" spc="-15"/>
              <a:t> </a:t>
            </a:r>
            <a:r>
              <a:rPr dirty="0" spc="-10"/>
              <a:t>Programming</a:t>
            </a:r>
            <a:r>
              <a:rPr dirty="0" spc="-15"/>
              <a:t> </a:t>
            </a:r>
            <a:r>
              <a:rPr dirty="0" spc="-10"/>
              <a:t>Internship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3072" y="1093154"/>
          <a:ext cx="8314055" cy="3290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800"/>
                <a:gridCol w="4114800"/>
              </a:tblGrid>
              <a:tr h="5480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7480">
                    <a:lnL w="9525">
                      <a:solidFill>
                        <a:srgbClr val="E1E7EF"/>
                      </a:solidFill>
                      <a:prstDash val="solid"/>
                    </a:lnL>
                    <a:lnR w="9525">
                      <a:solidFill>
                        <a:srgbClr val="E1E7EF"/>
                      </a:solidFill>
                      <a:prstDash val="solid"/>
                    </a:lnR>
                    <a:lnT w="9525">
                      <a:solidFill>
                        <a:srgbClr val="E1E7EF"/>
                      </a:solidFill>
                      <a:prstDash val="solid"/>
                    </a:lnT>
                    <a:lnB w="9525">
                      <a:solidFill>
                        <a:srgbClr val="E1E7EF"/>
                      </a:solidFill>
                      <a:prstDash val="solid"/>
                    </a:lnB>
                    <a:solidFill>
                      <a:srgbClr val="2462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Modules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7480">
                    <a:lnL w="9525">
                      <a:solidFill>
                        <a:srgbClr val="E1E7EF"/>
                      </a:solidFill>
                      <a:prstDash val="solid"/>
                    </a:lnL>
                    <a:lnR w="9525">
                      <a:solidFill>
                        <a:srgbClr val="E1E7EF"/>
                      </a:solidFill>
                      <a:prstDash val="solid"/>
                    </a:lnR>
                    <a:lnT w="9525">
                      <a:solidFill>
                        <a:srgbClr val="E1E7EF"/>
                      </a:solidFill>
                      <a:prstDash val="solid"/>
                    </a:lnT>
                    <a:lnB w="9525">
                      <a:solidFill>
                        <a:srgbClr val="E1E7EF"/>
                      </a:solidFill>
                      <a:prstDash val="solid"/>
                    </a:lnB>
                    <a:solidFill>
                      <a:srgbClr val="1D3FA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ct val="100000"/>
                        </a:lnSpc>
                      </a:pPr>
                      <a:r>
                        <a:rPr dirty="0" sz="1250" spc="-2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Perform</a:t>
                      </a:r>
                      <a:r>
                        <a:rPr dirty="0" sz="1250" spc="-3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50" spc="-1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specific</a:t>
                      </a:r>
                      <a:r>
                        <a:rPr dirty="0" sz="1250" spc="-2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 task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55244">
                    <a:lnL w="9525">
                      <a:solidFill>
                        <a:srgbClr val="E1E7EF"/>
                      </a:solidFill>
                      <a:prstDash val="solid"/>
                    </a:lnL>
                    <a:lnR w="9525">
                      <a:solidFill>
                        <a:srgbClr val="E1E7EF"/>
                      </a:solidFill>
                      <a:prstDash val="solid"/>
                    </a:lnR>
                    <a:lnT w="9525">
                      <a:solidFill>
                        <a:srgbClr val="E1E7EF"/>
                      </a:solidFill>
                      <a:prstDash val="solid"/>
                    </a:lnT>
                    <a:lnB w="9525">
                      <a:solidFill>
                        <a:srgbClr val="E1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ct val="100000"/>
                        </a:lnSpc>
                      </a:pPr>
                      <a:r>
                        <a:rPr dirty="0" sz="1250" spc="-1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Collection</a:t>
                      </a:r>
                      <a:r>
                        <a:rPr dirty="0" sz="1250" spc="-15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250" spc="-15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functions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55244">
                    <a:lnL w="9525">
                      <a:solidFill>
                        <a:srgbClr val="E1E7EF"/>
                      </a:solidFill>
                      <a:prstDash val="solid"/>
                    </a:lnL>
                    <a:lnR w="9525">
                      <a:solidFill>
                        <a:srgbClr val="E1E7EF"/>
                      </a:solidFill>
                      <a:prstDash val="solid"/>
                    </a:lnR>
                    <a:lnT w="9525">
                      <a:solidFill>
                        <a:srgbClr val="E1E7EF"/>
                      </a:solidFill>
                      <a:prstDash val="solid"/>
                    </a:lnT>
                    <a:lnB w="9525">
                      <a:solidFill>
                        <a:srgbClr val="E1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ct val="100000"/>
                        </a:lnSpc>
                      </a:pPr>
                      <a:r>
                        <a:rPr dirty="0" sz="1250" spc="-1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Defined</a:t>
                      </a:r>
                      <a:r>
                        <a:rPr dirty="0" sz="1250" spc="-3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using</a:t>
                      </a:r>
                      <a:r>
                        <a:rPr dirty="0" sz="1250" spc="-35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25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def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55244">
                    <a:lnL w="9525">
                      <a:solidFill>
                        <a:srgbClr val="E1E7EF"/>
                      </a:solidFill>
                      <a:prstDash val="solid"/>
                    </a:lnL>
                    <a:lnR w="9525">
                      <a:solidFill>
                        <a:srgbClr val="E1E7EF"/>
                      </a:solidFill>
                      <a:prstDash val="solid"/>
                    </a:lnR>
                    <a:lnT w="9525">
                      <a:solidFill>
                        <a:srgbClr val="E1E7EF"/>
                      </a:solidFill>
                      <a:prstDash val="solid"/>
                    </a:lnT>
                    <a:lnB w="9525">
                      <a:solidFill>
                        <a:srgbClr val="E1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ct val="100000"/>
                        </a:lnSpc>
                      </a:pPr>
                      <a:r>
                        <a:rPr dirty="0" sz="1250" spc="-1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Imported</a:t>
                      </a:r>
                      <a:r>
                        <a:rPr dirty="0" sz="1250" spc="-3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using</a:t>
                      </a:r>
                      <a:r>
                        <a:rPr dirty="0" sz="1250" spc="-3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import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55244">
                    <a:lnL w="9525">
                      <a:solidFill>
                        <a:srgbClr val="E1E7EF"/>
                      </a:solidFill>
                      <a:prstDash val="solid"/>
                    </a:lnL>
                    <a:lnR w="9525">
                      <a:solidFill>
                        <a:srgbClr val="E1E7EF"/>
                      </a:solidFill>
                      <a:prstDash val="solid"/>
                    </a:lnR>
                    <a:lnT w="9525">
                      <a:solidFill>
                        <a:srgbClr val="E1E7EF"/>
                      </a:solidFill>
                      <a:prstDash val="solid"/>
                    </a:lnT>
                    <a:lnB w="9525">
                      <a:solidFill>
                        <a:srgbClr val="E1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ct val="100000"/>
                        </a:lnSpc>
                      </a:pPr>
                      <a:r>
                        <a:rPr dirty="0" sz="1250" spc="-1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Smaller</a:t>
                      </a:r>
                      <a:r>
                        <a:rPr dirty="0" sz="1250" spc="-5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reusable</a:t>
                      </a:r>
                      <a:r>
                        <a:rPr dirty="0" sz="1250" spc="-5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2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unit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55244">
                    <a:lnL w="9525">
                      <a:solidFill>
                        <a:srgbClr val="E1E7EF"/>
                      </a:solidFill>
                      <a:prstDash val="solid"/>
                    </a:lnL>
                    <a:lnR w="9525">
                      <a:solidFill>
                        <a:srgbClr val="E1E7EF"/>
                      </a:solidFill>
                      <a:prstDash val="solid"/>
                    </a:lnR>
                    <a:lnT w="9525">
                      <a:solidFill>
                        <a:srgbClr val="E1E7EF"/>
                      </a:solidFill>
                      <a:prstDash val="solid"/>
                    </a:lnT>
                    <a:lnB w="9525">
                      <a:solidFill>
                        <a:srgbClr val="E1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ct val="100000"/>
                        </a:lnSpc>
                      </a:pPr>
                      <a:r>
                        <a:rPr dirty="0" sz="1250" spc="-1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Larger reusable component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55244">
                    <a:lnL w="9525">
                      <a:solidFill>
                        <a:srgbClr val="E1E7EF"/>
                      </a:solidFill>
                      <a:prstDash val="solid"/>
                    </a:lnL>
                    <a:lnR w="9525">
                      <a:solidFill>
                        <a:srgbClr val="E1E7EF"/>
                      </a:solidFill>
                      <a:prstDash val="solid"/>
                    </a:lnR>
                    <a:lnT w="9525">
                      <a:solidFill>
                        <a:srgbClr val="E1E7EF"/>
                      </a:solidFill>
                      <a:prstDash val="solid"/>
                    </a:lnT>
                    <a:lnB w="9525">
                      <a:solidFill>
                        <a:srgbClr val="E1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ct val="100000"/>
                        </a:lnSpc>
                      </a:pPr>
                      <a:r>
                        <a:rPr dirty="0" sz="125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Called</a:t>
                      </a:r>
                      <a:r>
                        <a:rPr dirty="0" sz="1250" spc="-6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directly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55244">
                    <a:lnL w="9525">
                      <a:solidFill>
                        <a:srgbClr val="E1E7EF"/>
                      </a:solidFill>
                      <a:prstDash val="solid"/>
                    </a:lnL>
                    <a:lnR w="9525">
                      <a:solidFill>
                        <a:srgbClr val="E1E7EF"/>
                      </a:solidFill>
                      <a:prstDash val="solid"/>
                    </a:lnR>
                    <a:lnT w="9525">
                      <a:solidFill>
                        <a:srgbClr val="E1E7EF"/>
                      </a:solidFill>
                      <a:prstDash val="solid"/>
                    </a:lnT>
                    <a:lnB w="9525">
                      <a:solidFill>
                        <a:srgbClr val="E1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ct val="100000"/>
                        </a:lnSpc>
                      </a:pPr>
                      <a:r>
                        <a:rPr dirty="0" sz="125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Can</a:t>
                      </a:r>
                      <a:r>
                        <a:rPr dirty="0" sz="1250" spc="-4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contain</a:t>
                      </a:r>
                      <a:r>
                        <a:rPr dirty="0" sz="1250" spc="-35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classes</a:t>
                      </a:r>
                      <a:r>
                        <a:rPr dirty="0" sz="1250" spc="-35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250" spc="-25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>
                          <a:solidFill>
                            <a:srgbClr val="364050"/>
                          </a:solidFill>
                          <a:latin typeface="Calibri"/>
                          <a:cs typeface="Calibri"/>
                        </a:rPr>
                        <a:t>variables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55244">
                    <a:lnL w="9525">
                      <a:solidFill>
                        <a:srgbClr val="E1E7EF"/>
                      </a:solidFill>
                      <a:prstDash val="solid"/>
                    </a:lnL>
                    <a:lnR w="9525">
                      <a:solidFill>
                        <a:srgbClr val="E1E7EF"/>
                      </a:solidFill>
                      <a:prstDash val="solid"/>
                    </a:lnR>
                    <a:lnT w="9525">
                      <a:solidFill>
                        <a:srgbClr val="E1E7EF"/>
                      </a:solidFill>
                      <a:prstDash val="solid"/>
                    </a:lnT>
                    <a:lnB w="9525">
                      <a:solidFill>
                        <a:srgbClr val="E1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Advantages</a:t>
            </a:r>
            <a:r>
              <a:rPr dirty="0" spc="110"/>
              <a:t> </a:t>
            </a:r>
            <a:r>
              <a:rPr dirty="0"/>
              <a:t>of</a:t>
            </a:r>
            <a:r>
              <a:rPr dirty="0" spc="114"/>
              <a:t> </a:t>
            </a:r>
            <a:r>
              <a:rPr dirty="0" spc="45"/>
              <a:t>Python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10965" y="2119301"/>
            <a:ext cx="1574800" cy="1574800"/>
            <a:chOff x="3810965" y="2119301"/>
            <a:chExt cx="1574800" cy="1574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965" y="2119301"/>
              <a:ext cx="1574634" cy="15743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85844" y="2194206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0"/>
                  </a:moveTo>
                  <a:lnTo>
                    <a:pt x="634414" y="1929"/>
                  </a:lnTo>
                  <a:lnTo>
                    <a:pt x="583469" y="7681"/>
                  </a:lnTo>
                  <a:lnTo>
                    <a:pt x="533186" y="17198"/>
                  </a:lnTo>
                  <a:lnTo>
                    <a:pt x="483785" y="30425"/>
                  </a:lnTo>
                  <a:lnTo>
                    <a:pt x="435486" y="47304"/>
                  </a:lnTo>
                  <a:lnTo>
                    <a:pt x="388510" y="67780"/>
                  </a:lnTo>
                  <a:lnTo>
                    <a:pt x="343077" y="91795"/>
                  </a:lnTo>
                  <a:lnTo>
                    <a:pt x="299439" y="119166"/>
                  </a:lnTo>
                  <a:lnTo>
                    <a:pt x="258118" y="149641"/>
                  </a:lnTo>
                  <a:lnTo>
                    <a:pt x="219274" y="183062"/>
                  </a:lnTo>
                  <a:lnTo>
                    <a:pt x="183062" y="219274"/>
                  </a:lnTo>
                  <a:lnTo>
                    <a:pt x="149756" y="257984"/>
                  </a:lnTo>
                  <a:lnTo>
                    <a:pt x="149641" y="258118"/>
                  </a:lnTo>
                  <a:lnTo>
                    <a:pt x="119166" y="299439"/>
                  </a:lnTo>
                  <a:lnTo>
                    <a:pt x="91795" y="343077"/>
                  </a:lnTo>
                  <a:lnTo>
                    <a:pt x="67902" y="388278"/>
                  </a:lnTo>
                  <a:lnTo>
                    <a:pt x="47363" y="435352"/>
                  </a:lnTo>
                  <a:lnTo>
                    <a:pt x="30425" y="483785"/>
                  </a:lnTo>
                  <a:lnTo>
                    <a:pt x="17198" y="533186"/>
                  </a:lnTo>
                  <a:lnTo>
                    <a:pt x="7681" y="583469"/>
                  </a:lnTo>
                  <a:lnTo>
                    <a:pt x="1929" y="634414"/>
                  </a:lnTo>
                  <a:lnTo>
                    <a:pt x="0" y="685800"/>
                  </a:lnTo>
                  <a:lnTo>
                    <a:pt x="1929" y="737182"/>
                  </a:lnTo>
                  <a:lnTo>
                    <a:pt x="7681" y="788130"/>
                  </a:lnTo>
                  <a:lnTo>
                    <a:pt x="17198" y="838432"/>
                  </a:lnTo>
                  <a:lnTo>
                    <a:pt x="30425" y="887871"/>
                  </a:lnTo>
                  <a:lnTo>
                    <a:pt x="47304" y="936235"/>
                  </a:lnTo>
                  <a:lnTo>
                    <a:pt x="67780" y="983308"/>
                  </a:lnTo>
                  <a:lnTo>
                    <a:pt x="91795" y="1028877"/>
                  </a:lnTo>
                  <a:lnTo>
                    <a:pt x="119166" y="1072380"/>
                  </a:lnTo>
                  <a:lnTo>
                    <a:pt x="149641" y="1113602"/>
                  </a:lnTo>
                  <a:lnTo>
                    <a:pt x="183062" y="1152381"/>
                  </a:lnTo>
                  <a:lnTo>
                    <a:pt x="219274" y="1188553"/>
                  </a:lnTo>
                  <a:lnTo>
                    <a:pt x="258118" y="1221954"/>
                  </a:lnTo>
                  <a:lnTo>
                    <a:pt x="299439" y="1252421"/>
                  </a:lnTo>
                  <a:lnTo>
                    <a:pt x="343077" y="1279791"/>
                  </a:lnTo>
                  <a:lnTo>
                    <a:pt x="388510" y="1303807"/>
                  </a:lnTo>
                  <a:lnTo>
                    <a:pt x="435486" y="1324285"/>
                  </a:lnTo>
                  <a:lnTo>
                    <a:pt x="483785" y="1341166"/>
                  </a:lnTo>
                  <a:lnTo>
                    <a:pt x="533186" y="1354396"/>
                  </a:lnTo>
                  <a:lnTo>
                    <a:pt x="583469" y="1363915"/>
                  </a:lnTo>
                  <a:lnTo>
                    <a:pt x="634414" y="1369669"/>
                  </a:lnTo>
                  <a:lnTo>
                    <a:pt x="685800" y="1371599"/>
                  </a:lnTo>
                  <a:lnTo>
                    <a:pt x="737182" y="1369669"/>
                  </a:lnTo>
                  <a:lnTo>
                    <a:pt x="788130" y="1363915"/>
                  </a:lnTo>
                  <a:lnTo>
                    <a:pt x="838432" y="1354396"/>
                  </a:lnTo>
                  <a:lnTo>
                    <a:pt x="887871" y="1341166"/>
                  </a:lnTo>
                  <a:lnTo>
                    <a:pt x="936235" y="1324285"/>
                  </a:lnTo>
                  <a:lnTo>
                    <a:pt x="983308" y="1303807"/>
                  </a:lnTo>
                  <a:lnTo>
                    <a:pt x="1028877" y="1279791"/>
                  </a:lnTo>
                  <a:lnTo>
                    <a:pt x="1072380" y="1252421"/>
                  </a:lnTo>
                  <a:lnTo>
                    <a:pt x="1113602" y="1221954"/>
                  </a:lnTo>
                  <a:lnTo>
                    <a:pt x="1152381" y="1188553"/>
                  </a:lnTo>
                  <a:lnTo>
                    <a:pt x="1188553" y="1152381"/>
                  </a:lnTo>
                  <a:lnTo>
                    <a:pt x="1221954" y="1113602"/>
                  </a:lnTo>
                  <a:lnTo>
                    <a:pt x="1252421" y="1072380"/>
                  </a:lnTo>
                  <a:lnTo>
                    <a:pt x="1279791" y="1028877"/>
                  </a:lnTo>
                  <a:lnTo>
                    <a:pt x="1303807" y="983308"/>
                  </a:lnTo>
                  <a:lnTo>
                    <a:pt x="1324285" y="936235"/>
                  </a:lnTo>
                  <a:lnTo>
                    <a:pt x="1341166" y="887871"/>
                  </a:lnTo>
                  <a:lnTo>
                    <a:pt x="1354396" y="838432"/>
                  </a:lnTo>
                  <a:lnTo>
                    <a:pt x="1363915" y="788130"/>
                  </a:lnTo>
                  <a:lnTo>
                    <a:pt x="1369669" y="737182"/>
                  </a:lnTo>
                  <a:lnTo>
                    <a:pt x="1371600" y="685800"/>
                  </a:lnTo>
                  <a:lnTo>
                    <a:pt x="1369669" y="634414"/>
                  </a:lnTo>
                  <a:lnTo>
                    <a:pt x="1363916" y="583469"/>
                  </a:lnTo>
                  <a:lnTo>
                    <a:pt x="1354401" y="533186"/>
                  </a:lnTo>
                  <a:lnTo>
                    <a:pt x="1341185" y="483785"/>
                  </a:lnTo>
                  <a:lnTo>
                    <a:pt x="1324331" y="435486"/>
                  </a:lnTo>
                  <a:lnTo>
                    <a:pt x="1303908" y="388510"/>
                  </a:lnTo>
                  <a:lnTo>
                    <a:pt x="1279791" y="342709"/>
                  </a:lnTo>
                  <a:lnTo>
                    <a:pt x="1252420" y="299207"/>
                  </a:lnTo>
                  <a:lnTo>
                    <a:pt x="1222045" y="258118"/>
                  </a:lnTo>
                  <a:lnTo>
                    <a:pt x="1188583" y="219274"/>
                  </a:lnTo>
                  <a:lnTo>
                    <a:pt x="1152341" y="183062"/>
                  </a:lnTo>
                  <a:lnTo>
                    <a:pt x="1113478" y="149641"/>
                  </a:lnTo>
                  <a:lnTo>
                    <a:pt x="1072149" y="119166"/>
                  </a:lnTo>
                  <a:lnTo>
                    <a:pt x="1028509" y="91795"/>
                  </a:lnTo>
                  <a:lnTo>
                    <a:pt x="983076" y="67780"/>
                  </a:lnTo>
                  <a:lnTo>
                    <a:pt x="936100" y="47304"/>
                  </a:lnTo>
                  <a:lnTo>
                    <a:pt x="887802" y="30425"/>
                  </a:lnTo>
                  <a:lnTo>
                    <a:pt x="838403" y="17198"/>
                  </a:lnTo>
                  <a:lnTo>
                    <a:pt x="788122" y="7681"/>
                  </a:lnTo>
                  <a:lnTo>
                    <a:pt x="737181" y="1929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06239" y="2377073"/>
              <a:ext cx="731164" cy="73116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291101" y="3213267"/>
            <a:ext cx="5600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85" b="1">
                <a:solidFill>
                  <a:srgbClr val="FFFFFF"/>
                </a:solidFill>
                <a:latin typeface="Times New Roman"/>
                <a:cs typeface="Times New Roman"/>
              </a:rPr>
              <a:t>PYTHON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19525" y="900711"/>
            <a:ext cx="1757680" cy="1988185"/>
            <a:chOff x="3719525" y="900711"/>
            <a:chExt cx="1757680" cy="1988185"/>
          </a:xfrm>
        </p:grpSpPr>
        <p:sp>
          <p:nvSpPr>
            <p:cNvPr id="9" name="object 9"/>
            <p:cNvSpPr/>
            <p:nvPr/>
          </p:nvSpPr>
          <p:spPr>
            <a:xfrm>
              <a:off x="4572000" y="1250278"/>
              <a:ext cx="635" cy="1630680"/>
            </a:xfrm>
            <a:custGeom>
              <a:avLst/>
              <a:gdLst/>
              <a:ahLst/>
              <a:cxnLst/>
              <a:rect l="l" t="t" r="r" b="b"/>
              <a:pathLst>
                <a:path w="635" h="1630680">
                  <a:moveTo>
                    <a:pt x="0" y="0"/>
                  </a:moveTo>
                  <a:lnTo>
                    <a:pt x="355" y="1630083"/>
                  </a:lnTo>
                </a:path>
              </a:pathLst>
            </a:custGeom>
            <a:ln w="15839">
              <a:solidFill>
                <a:srgbClr val="CAD4E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19525" y="900711"/>
              <a:ext cx="1757514" cy="75133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794404" y="975603"/>
              <a:ext cx="1554480" cy="548640"/>
            </a:xfrm>
            <a:custGeom>
              <a:avLst/>
              <a:gdLst/>
              <a:ahLst/>
              <a:cxnLst/>
              <a:rect l="l" t="t" r="r" b="b"/>
              <a:pathLst>
                <a:path w="1554479" h="548640">
                  <a:moveTo>
                    <a:pt x="1280160" y="0"/>
                  </a:moveTo>
                  <a:lnTo>
                    <a:pt x="274320" y="0"/>
                  </a:lnTo>
                  <a:lnTo>
                    <a:pt x="238406" y="2345"/>
                  </a:lnTo>
                  <a:lnTo>
                    <a:pt x="169422" y="20804"/>
                  </a:lnTo>
                  <a:lnTo>
                    <a:pt x="107235" y="56712"/>
                  </a:lnTo>
                  <a:lnTo>
                    <a:pt x="56710" y="107240"/>
                  </a:lnTo>
                  <a:lnTo>
                    <a:pt x="20804" y="169422"/>
                  </a:lnTo>
                  <a:lnTo>
                    <a:pt x="2345" y="238406"/>
                  </a:lnTo>
                  <a:lnTo>
                    <a:pt x="0" y="274319"/>
                  </a:lnTo>
                  <a:lnTo>
                    <a:pt x="2345" y="310228"/>
                  </a:lnTo>
                  <a:lnTo>
                    <a:pt x="20804" y="379215"/>
                  </a:lnTo>
                  <a:lnTo>
                    <a:pt x="56710" y="441397"/>
                  </a:lnTo>
                  <a:lnTo>
                    <a:pt x="107235" y="491922"/>
                  </a:lnTo>
                  <a:lnTo>
                    <a:pt x="169422" y="527835"/>
                  </a:lnTo>
                  <a:lnTo>
                    <a:pt x="238406" y="546294"/>
                  </a:lnTo>
                  <a:lnTo>
                    <a:pt x="274320" y="548639"/>
                  </a:lnTo>
                  <a:lnTo>
                    <a:pt x="1280160" y="548639"/>
                  </a:lnTo>
                  <a:lnTo>
                    <a:pt x="1351164" y="539326"/>
                  </a:lnTo>
                  <a:lnTo>
                    <a:pt x="1417320" y="511924"/>
                  </a:lnTo>
                  <a:lnTo>
                    <a:pt x="1474150" y="468312"/>
                  </a:lnTo>
                  <a:lnTo>
                    <a:pt x="1517751" y="411479"/>
                  </a:lnTo>
                  <a:lnTo>
                    <a:pt x="1545164" y="345328"/>
                  </a:lnTo>
                  <a:lnTo>
                    <a:pt x="1554480" y="274319"/>
                  </a:lnTo>
                  <a:lnTo>
                    <a:pt x="1552134" y="238406"/>
                  </a:lnTo>
                  <a:lnTo>
                    <a:pt x="1533670" y="169422"/>
                  </a:lnTo>
                  <a:lnTo>
                    <a:pt x="1497756" y="107240"/>
                  </a:lnTo>
                  <a:lnTo>
                    <a:pt x="1447237" y="56712"/>
                  </a:lnTo>
                  <a:lnTo>
                    <a:pt x="1385049" y="20804"/>
                  </a:lnTo>
                  <a:lnTo>
                    <a:pt x="1316066" y="2345"/>
                  </a:lnTo>
                  <a:lnTo>
                    <a:pt x="12801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04564" y="1112763"/>
              <a:ext cx="273964" cy="27396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239259" y="1164858"/>
            <a:ext cx="68199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 b="1">
                <a:solidFill>
                  <a:srgbClr val="364050"/>
                </a:solidFill>
                <a:latin typeface="Calibri"/>
                <a:cs typeface="Calibri"/>
              </a:rPr>
              <a:t>Easy</a:t>
            </a:r>
            <a:r>
              <a:rPr dirty="0" sz="950" spc="-20" b="1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364050"/>
                </a:solidFill>
                <a:latin typeface="Calibri"/>
                <a:cs typeface="Calibri"/>
              </a:rPr>
              <a:t>to</a:t>
            </a:r>
            <a:r>
              <a:rPr dirty="0" sz="950" spc="-20" b="1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364050"/>
                </a:solidFill>
                <a:latin typeface="Calibri"/>
                <a:cs typeface="Calibri"/>
              </a:rPr>
              <a:t>Learn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64062" y="1378421"/>
            <a:ext cx="2466975" cy="1510030"/>
            <a:chOff x="4564062" y="1378421"/>
            <a:chExt cx="2466975" cy="1510030"/>
          </a:xfrm>
        </p:grpSpPr>
        <p:sp>
          <p:nvSpPr>
            <p:cNvPr id="15" name="object 15"/>
            <p:cNvSpPr/>
            <p:nvPr/>
          </p:nvSpPr>
          <p:spPr>
            <a:xfrm>
              <a:off x="4572000" y="1727646"/>
              <a:ext cx="1553845" cy="1153160"/>
            </a:xfrm>
            <a:custGeom>
              <a:avLst/>
              <a:gdLst/>
              <a:ahLst/>
              <a:cxnLst/>
              <a:rect l="l" t="t" r="r" b="b"/>
              <a:pathLst>
                <a:path w="1553845" h="1153160">
                  <a:moveTo>
                    <a:pt x="0" y="0"/>
                  </a:moveTo>
                  <a:lnTo>
                    <a:pt x="1553400" y="1152715"/>
                  </a:lnTo>
                </a:path>
              </a:pathLst>
            </a:custGeom>
            <a:ln w="15839">
              <a:solidFill>
                <a:srgbClr val="CAD4E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72925" y="1378421"/>
              <a:ext cx="1757514" cy="75134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47804" y="1453326"/>
              <a:ext cx="1554480" cy="548640"/>
            </a:xfrm>
            <a:custGeom>
              <a:avLst/>
              <a:gdLst/>
              <a:ahLst/>
              <a:cxnLst/>
              <a:rect l="l" t="t" r="r" b="b"/>
              <a:pathLst>
                <a:path w="1554479" h="548639">
                  <a:moveTo>
                    <a:pt x="1280159" y="0"/>
                  </a:moveTo>
                  <a:lnTo>
                    <a:pt x="274320" y="0"/>
                  </a:lnTo>
                  <a:lnTo>
                    <a:pt x="238406" y="2345"/>
                  </a:lnTo>
                  <a:lnTo>
                    <a:pt x="169422" y="20804"/>
                  </a:lnTo>
                  <a:lnTo>
                    <a:pt x="107235" y="56710"/>
                  </a:lnTo>
                  <a:lnTo>
                    <a:pt x="56710" y="107235"/>
                  </a:lnTo>
                  <a:lnTo>
                    <a:pt x="20804" y="169422"/>
                  </a:lnTo>
                  <a:lnTo>
                    <a:pt x="2345" y="238406"/>
                  </a:lnTo>
                  <a:lnTo>
                    <a:pt x="0" y="274320"/>
                  </a:lnTo>
                  <a:lnTo>
                    <a:pt x="2345" y="310226"/>
                  </a:lnTo>
                  <a:lnTo>
                    <a:pt x="20804" y="379209"/>
                  </a:lnTo>
                  <a:lnTo>
                    <a:pt x="56710" y="441397"/>
                  </a:lnTo>
                  <a:lnTo>
                    <a:pt x="107235" y="491916"/>
                  </a:lnTo>
                  <a:lnTo>
                    <a:pt x="169422" y="527830"/>
                  </a:lnTo>
                  <a:lnTo>
                    <a:pt x="238406" y="546294"/>
                  </a:lnTo>
                  <a:lnTo>
                    <a:pt x="274320" y="548640"/>
                  </a:lnTo>
                  <a:lnTo>
                    <a:pt x="1280159" y="548640"/>
                  </a:lnTo>
                  <a:lnTo>
                    <a:pt x="1351164" y="539324"/>
                  </a:lnTo>
                  <a:lnTo>
                    <a:pt x="1417320" y="511911"/>
                  </a:lnTo>
                  <a:lnTo>
                    <a:pt x="1474150" y="468310"/>
                  </a:lnTo>
                  <a:lnTo>
                    <a:pt x="1517751" y="411480"/>
                  </a:lnTo>
                  <a:lnTo>
                    <a:pt x="1545159" y="345324"/>
                  </a:lnTo>
                  <a:lnTo>
                    <a:pt x="1554479" y="274320"/>
                  </a:lnTo>
                  <a:lnTo>
                    <a:pt x="1552132" y="238406"/>
                  </a:lnTo>
                  <a:lnTo>
                    <a:pt x="1533664" y="169422"/>
                  </a:lnTo>
                  <a:lnTo>
                    <a:pt x="1497756" y="107235"/>
                  </a:lnTo>
                  <a:lnTo>
                    <a:pt x="1447237" y="56710"/>
                  </a:lnTo>
                  <a:lnTo>
                    <a:pt x="1385049" y="20804"/>
                  </a:lnTo>
                  <a:lnTo>
                    <a:pt x="1316066" y="2345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57964" y="1590473"/>
              <a:ext cx="273964" cy="27396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792660" y="1642581"/>
            <a:ext cx="66167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364050"/>
                </a:solidFill>
                <a:latin typeface="Calibri"/>
                <a:cs typeface="Calibri"/>
              </a:rPr>
              <a:t>Open</a:t>
            </a:r>
            <a:r>
              <a:rPr dirty="0" sz="950" spc="-45" b="1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364050"/>
                </a:solidFill>
                <a:latin typeface="Calibri"/>
                <a:cs typeface="Calibri"/>
              </a:rPr>
              <a:t>Source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564062" y="2530781"/>
            <a:ext cx="3110230" cy="751840"/>
            <a:chOff x="4564062" y="2530781"/>
            <a:chExt cx="3110230" cy="751840"/>
          </a:xfrm>
        </p:grpSpPr>
        <p:sp>
          <p:nvSpPr>
            <p:cNvPr id="21" name="object 21"/>
            <p:cNvSpPr/>
            <p:nvPr/>
          </p:nvSpPr>
          <p:spPr>
            <a:xfrm>
              <a:off x="4572000" y="2880361"/>
              <a:ext cx="2197100" cy="635"/>
            </a:xfrm>
            <a:custGeom>
              <a:avLst/>
              <a:gdLst/>
              <a:ahLst/>
              <a:cxnLst/>
              <a:rect l="l" t="t" r="r" b="b"/>
              <a:pathLst>
                <a:path w="2197100" h="635">
                  <a:moveTo>
                    <a:pt x="0" y="0"/>
                  </a:moveTo>
                  <a:lnTo>
                    <a:pt x="2196719" y="355"/>
                  </a:lnTo>
                </a:path>
              </a:pathLst>
            </a:custGeom>
            <a:ln w="15839">
              <a:solidFill>
                <a:srgbClr val="CAD4E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6244" y="2530781"/>
              <a:ext cx="1757514" cy="75134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991123" y="2605686"/>
              <a:ext cx="1554480" cy="548640"/>
            </a:xfrm>
            <a:custGeom>
              <a:avLst/>
              <a:gdLst/>
              <a:ahLst/>
              <a:cxnLst/>
              <a:rect l="l" t="t" r="r" b="b"/>
              <a:pathLst>
                <a:path w="1554479" h="548639">
                  <a:moveTo>
                    <a:pt x="1280160" y="0"/>
                  </a:moveTo>
                  <a:lnTo>
                    <a:pt x="274319" y="0"/>
                  </a:lnTo>
                  <a:lnTo>
                    <a:pt x="238406" y="2345"/>
                  </a:lnTo>
                  <a:lnTo>
                    <a:pt x="169422" y="20804"/>
                  </a:lnTo>
                  <a:lnTo>
                    <a:pt x="107240" y="56710"/>
                  </a:lnTo>
                  <a:lnTo>
                    <a:pt x="56712" y="107235"/>
                  </a:lnTo>
                  <a:lnTo>
                    <a:pt x="20804" y="169422"/>
                  </a:lnTo>
                  <a:lnTo>
                    <a:pt x="2345" y="238406"/>
                  </a:lnTo>
                  <a:lnTo>
                    <a:pt x="0" y="274320"/>
                  </a:lnTo>
                  <a:lnTo>
                    <a:pt x="2345" y="310226"/>
                  </a:lnTo>
                  <a:lnTo>
                    <a:pt x="20804" y="379209"/>
                  </a:lnTo>
                  <a:lnTo>
                    <a:pt x="56712" y="441397"/>
                  </a:lnTo>
                  <a:lnTo>
                    <a:pt x="107240" y="491916"/>
                  </a:lnTo>
                  <a:lnTo>
                    <a:pt x="169422" y="527830"/>
                  </a:lnTo>
                  <a:lnTo>
                    <a:pt x="238406" y="546294"/>
                  </a:lnTo>
                  <a:lnTo>
                    <a:pt x="274319" y="548640"/>
                  </a:lnTo>
                  <a:lnTo>
                    <a:pt x="1280160" y="548640"/>
                  </a:lnTo>
                  <a:lnTo>
                    <a:pt x="1351168" y="539324"/>
                  </a:lnTo>
                  <a:lnTo>
                    <a:pt x="1417319" y="511911"/>
                  </a:lnTo>
                  <a:lnTo>
                    <a:pt x="1474150" y="468310"/>
                  </a:lnTo>
                  <a:lnTo>
                    <a:pt x="1517751" y="411480"/>
                  </a:lnTo>
                  <a:lnTo>
                    <a:pt x="1545164" y="345324"/>
                  </a:lnTo>
                  <a:lnTo>
                    <a:pt x="1554480" y="274320"/>
                  </a:lnTo>
                  <a:lnTo>
                    <a:pt x="1552134" y="238406"/>
                  </a:lnTo>
                  <a:lnTo>
                    <a:pt x="1533670" y="169422"/>
                  </a:lnTo>
                  <a:lnTo>
                    <a:pt x="1497756" y="107235"/>
                  </a:lnTo>
                  <a:lnTo>
                    <a:pt x="1447237" y="56710"/>
                  </a:lnTo>
                  <a:lnTo>
                    <a:pt x="1385055" y="20804"/>
                  </a:lnTo>
                  <a:lnTo>
                    <a:pt x="1316068" y="2345"/>
                  </a:lnTo>
                  <a:lnTo>
                    <a:pt x="12801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01283" y="2742833"/>
              <a:ext cx="273964" cy="273964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435978" y="2794941"/>
            <a:ext cx="74930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364050"/>
                </a:solidFill>
                <a:latin typeface="Calibri"/>
                <a:cs typeface="Calibri"/>
              </a:rPr>
              <a:t>Cross</a:t>
            </a:r>
            <a:r>
              <a:rPr dirty="0" sz="950" spc="-30" b="1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364050"/>
                </a:solidFill>
                <a:latin typeface="Calibri"/>
                <a:cs typeface="Calibri"/>
              </a:rPr>
              <a:t>Platform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564062" y="2872424"/>
            <a:ext cx="2466975" cy="1562100"/>
            <a:chOff x="4564062" y="2872424"/>
            <a:chExt cx="2466975" cy="1562100"/>
          </a:xfrm>
        </p:grpSpPr>
        <p:sp>
          <p:nvSpPr>
            <p:cNvPr id="27" name="object 27"/>
            <p:cNvSpPr/>
            <p:nvPr/>
          </p:nvSpPr>
          <p:spPr>
            <a:xfrm>
              <a:off x="4572000" y="2880361"/>
              <a:ext cx="1553845" cy="1152525"/>
            </a:xfrm>
            <a:custGeom>
              <a:avLst/>
              <a:gdLst/>
              <a:ahLst/>
              <a:cxnLst/>
              <a:rect l="l" t="t" r="r" b="b"/>
              <a:pathLst>
                <a:path w="1553845" h="1152525">
                  <a:moveTo>
                    <a:pt x="0" y="0"/>
                  </a:moveTo>
                  <a:lnTo>
                    <a:pt x="1553400" y="1152359"/>
                  </a:lnTo>
                </a:path>
              </a:pathLst>
            </a:custGeom>
            <a:ln w="15839">
              <a:solidFill>
                <a:srgbClr val="CAD4E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72925" y="3683141"/>
              <a:ext cx="1757514" cy="75134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347804" y="3758046"/>
              <a:ext cx="1554480" cy="548640"/>
            </a:xfrm>
            <a:custGeom>
              <a:avLst/>
              <a:gdLst/>
              <a:ahLst/>
              <a:cxnLst/>
              <a:rect l="l" t="t" r="r" b="b"/>
              <a:pathLst>
                <a:path w="1554479" h="548639">
                  <a:moveTo>
                    <a:pt x="1280159" y="0"/>
                  </a:moveTo>
                  <a:lnTo>
                    <a:pt x="274320" y="0"/>
                  </a:lnTo>
                  <a:lnTo>
                    <a:pt x="238406" y="2345"/>
                  </a:lnTo>
                  <a:lnTo>
                    <a:pt x="169422" y="20804"/>
                  </a:lnTo>
                  <a:lnTo>
                    <a:pt x="107235" y="56710"/>
                  </a:lnTo>
                  <a:lnTo>
                    <a:pt x="56710" y="107235"/>
                  </a:lnTo>
                  <a:lnTo>
                    <a:pt x="20804" y="169422"/>
                  </a:lnTo>
                  <a:lnTo>
                    <a:pt x="2345" y="238406"/>
                  </a:lnTo>
                  <a:lnTo>
                    <a:pt x="0" y="274320"/>
                  </a:lnTo>
                  <a:lnTo>
                    <a:pt x="2345" y="310226"/>
                  </a:lnTo>
                  <a:lnTo>
                    <a:pt x="20804" y="379209"/>
                  </a:lnTo>
                  <a:lnTo>
                    <a:pt x="56710" y="441397"/>
                  </a:lnTo>
                  <a:lnTo>
                    <a:pt x="107235" y="491916"/>
                  </a:lnTo>
                  <a:lnTo>
                    <a:pt x="169422" y="527830"/>
                  </a:lnTo>
                  <a:lnTo>
                    <a:pt x="238406" y="546294"/>
                  </a:lnTo>
                  <a:lnTo>
                    <a:pt x="274320" y="548640"/>
                  </a:lnTo>
                  <a:lnTo>
                    <a:pt x="1280159" y="548640"/>
                  </a:lnTo>
                  <a:lnTo>
                    <a:pt x="1351164" y="539324"/>
                  </a:lnTo>
                  <a:lnTo>
                    <a:pt x="1417320" y="511911"/>
                  </a:lnTo>
                  <a:lnTo>
                    <a:pt x="1474150" y="468310"/>
                  </a:lnTo>
                  <a:lnTo>
                    <a:pt x="1517751" y="411480"/>
                  </a:lnTo>
                  <a:lnTo>
                    <a:pt x="1545159" y="345324"/>
                  </a:lnTo>
                  <a:lnTo>
                    <a:pt x="1554479" y="274320"/>
                  </a:lnTo>
                  <a:lnTo>
                    <a:pt x="1552132" y="238406"/>
                  </a:lnTo>
                  <a:lnTo>
                    <a:pt x="1533664" y="169422"/>
                  </a:lnTo>
                  <a:lnTo>
                    <a:pt x="1497756" y="107235"/>
                  </a:lnTo>
                  <a:lnTo>
                    <a:pt x="1447237" y="56710"/>
                  </a:lnTo>
                  <a:lnTo>
                    <a:pt x="1385049" y="20804"/>
                  </a:lnTo>
                  <a:lnTo>
                    <a:pt x="1316066" y="2345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preencoded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57964" y="3895193"/>
              <a:ext cx="273964" cy="273964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5792660" y="3947301"/>
            <a:ext cx="90170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 b="1">
                <a:solidFill>
                  <a:srgbClr val="364050"/>
                </a:solidFill>
                <a:latin typeface="Calibri"/>
                <a:cs typeface="Calibri"/>
              </a:rPr>
              <a:t>Large Community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719525" y="2872424"/>
            <a:ext cx="1757680" cy="2040255"/>
            <a:chOff x="3719525" y="2872424"/>
            <a:chExt cx="1757680" cy="2040255"/>
          </a:xfrm>
        </p:grpSpPr>
        <p:sp>
          <p:nvSpPr>
            <p:cNvPr id="33" name="object 33"/>
            <p:cNvSpPr/>
            <p:nvPr/>
          </p:nvSpPr>
          <p:spPr>
            <a:xfrm>
              <a:off x="4572000" y="2880361"/>
              <a:ext cx="635" cy="1630045"/>
            </a:xfrm>
            <a:custGeom>
              <a:avLst/>
              <a:gdLst/>
              <a:ahLst/>
              <a:cxnLst/>
              <a:rect l="l" t="t" r="r" b="b"/>
              <a:pathLst>
                <a:path w="635" h="1630045">
                  <a:moveTo>
                    <a:pt x="0" y="0"/>
                  </a:moveTo>
                  <a:lnTo>
                    <a:pt x="355" y="1629714"/>
                  </a:lnTo>
                </a:path>
              </a:pathLst>
            </a:custGeom>
            <a:ln w="15839">
              <a:solidFill>
                <a:srgbClr val="CAD4E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19525" y="4160864"/>
              <a:ext cx="1757514" cy="75133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794404" y="4235756"/>
              <a:ext cx="1554480" cy="548640"/>
            </a:xfrm>
            <a:custGeom>
              <a:avLst/>
              <a:gdLst/>
              <a:ahLst/>
              <a:cxnLst/>
              <a:rect l="l" t="t" r="r" b="b"/>
              <a:pathLst>
                <a:path w="1554479" h="548639">
                  <a:moveTo>
                    <a:pt x="1280160" y="0"/>
                  </a:moveTo>
                  <a:lnTo>
                    <a:pt x="274320" y="0"/>
                  </a:lnTo>
                  <a:lnTo>
                    <a:pt x="238406" y="2347"/>
                  </a:lnTo>
                  <a:lnTo>
                    <a:pt x="169422" y="20815"/>
                  </a:lnTo>
                  <a:lnTo>
                    <a:pt x="107235" y="56723"/>
                  </a:lnTo>
                  <a:lnTo>
                    <a:pt x="56710" y="107242"/>
                  </a:lnTo>
                  <a:lnTo>
                    <a:pt x="20804" y="169430"/>
                  </a:lnTo>
                  <a:lnTo>
                    <a:pt x="2345" y="238413"/>
                  </a:lnTo>
                  <a:lnTo>
                    <a:pt x="0" y="274320"/>
                  </a:lnTo>
                  <a:lnTo>
                    <a:pt x="2345" y="310233"/>
                  </a:lnTo>
                  <a:lnTo>
                    <a:pt x="20804" y="379217"/>
                  </a:lnTo>
                  <a:lnTo>
                    <a:pt x="56710" y="441404"/>
                  </a:lnTo>
                  <a:lnTo>
                    <a:pt x="107235" y="491929"/>
                  </a:lnTo>
                  <a:lnTo>
                    <a:pt x="169422" y="527835"/>
                  </a:lnTo>
                  <a:lnTo>
                    <a:pt x="238406" y="546294"/>
                  </a:lnTo>
                  <a:lnTo>
                    <a:pt x="274320" y="548640"/>
                  </a:lnTo>
                  <a:lnTo>
                    <a:pt x="1280160" y="548640"/>
                  </a:lnTo>
                  <a:lnTo>
                    <a:pt x="1351164" y="539326"/>
                  </a:lnTo>
                  <a:lnTo>
                    <a:pt x="1417320" y="511924"/>
                  </a:lnTo>
                  <a:lnTo>
                    <a:pt x="1474150" y="468322"/>
                  </a:lnTo>
                  <a:lnTo>
                    <a:pt x="1517751" y="411480"/>
                  </a:lnTo>
                  <a:lnTo>
                    <a:pt x="1545164" y="345333"/>
                  </a:lnTo>
                  <a:lnTo>
                    <a:pt x="1554480" y="274320"/>
                  </a:lnTo>
                  <a:lnTo>
                    <a:pt x="1552134" y="238413"/>
                  </a:lnTo>
                  <a:lnTo>
                    <a:pt x="1533670" y="169430"/>
                  </a:lnTo>
                  <a:lnTo>
                    <a:pt x="1497756" y="107242"/>
                  </a:lnTo>
                  <a:lnTo>
                    <a:pt x="1447237" y="56723"/>
                  </a:lnTo>
                  <a:lnTo>
                    <a:pt x="1385049" y="20815"/>
                  </a:lnTo>
                  <a:lnTo>
                    <a:pt x="1316066" y="2347"/>
                  </a:lnTo>
                  <a:lnTo>
                    <a:pt x="12801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preencoded.pn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04564" y="4372916"/>
              <a:ext cx="273964" cy="273964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4239259" y="4425024"/>
            <a:ext cx="73406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364050"/>
                </a:solidFill>
                <a:latin typeface="Calibri"/>
                <a:cs typeface="Calibri"/>
              </a:rPr>
              <a:t>Huge</a:t>
            </a:r>
            <a:r>
              <a:rPr dirty="0" sz="950" spc="-50" b="1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364050"/>
                </a:solidFill>
                <a:latin typeface="Calibri"/>
                <a:cs typeface="Calibri"/>
              </a:rPr>
              <a:t>Libraries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166124" y="2872424"/>
            <a:ext cx="2414270" cy="1562100"/>
            <a:chOff x="2166124" y="2872424"/>
            <a:chExt cx="2414270" cy="1562100"/>
          </a:xfrm>
        </p:grpSpPr>
        <p:sp>
          <p:nvSpPr>
            <p:cNvPr id="39" name="object 39"/>
            <p:cNvSpPr/>
            <p:nvPr/>
          </p:nvSpPr>
          <p:spPr>
            <a:xfrm>
              <a:off x="3018243" y="2880361"/>
              <a:ext cx="1553845" cy="1152525"/>
            </a:xfrm>
            <a:custGeom>
              <a:avLst/>
              <a:gdLst/>
              <a:ahLst/>
              <a:cxnLst/>
              <a:rect l="l" t="t" r="r" b="b"/>
              <a:pathLst>
                <a:path w="1553845" h="1152525">
                  <a:moveTo>
                    <a:pt x="0" y="0"/>
                  </a:moveTo>
                  <a:lnTo>
                    <a:pt x="1553756" y="1152359"/>
                  </a:lnTo>
                </a:path>
              </a:pathLst>
            </a:custGeom>
            <a:ln w="15839">
              <a:solidFill>
                <a:srgbClr val="CAD4E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66124" y="3683141"/>
              <a:ext cx="1757514" cy="751344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241003" y="3758046"/>
              <a:ext cx="1554480" cy="548640"/>
            </a:xfrm>
            <a:custGeom>
              <a:avLst/>
              <a:gdLst/>
              <a:ahLst/>
              <a:cxnLst/>
              <a:rect l="l" t="t" r="r" b="b"/>
              <a:pathLst>
                <a:path w="1554479" h="548639">
                  <a:moveTo>
                    <a:pt x="1280160" y="0"/>
                  </a:moveTo>
                  <a:lnTo>
                    <a:pt x="274319" y="0"/>
                  </a:lnTo>
                  <a:lnTo>
                    <a:pt x="238406" y="2345"/>
                  </a:lnTo>
                  <a:lnTo>
                    <a:pt x="169422" y="20804"/>
                  </a:lnTo>
                  <a:lnTo>
                    <a:pt x="107240" y="56710"/>
                  </a:lnTo>
                  <a:lnTo>
                    <a:pt x="56712" y="107235"/>
                  </a:lnTo>
                  <a:lnTo>
                    <a:pt x="20804" y="169422"/>
                  </a:lnTo>
                  <a:lnTo>
                    <a:pt x="2345" y="238406"/>
                  </a:lnTo>
                  <a:lnTo>
                    <a:pt x="0" y="274320"/>
                  </a:lnTo>
                  <a:lnTo>
                    <a:pt x="2345" y="310226"/>
                  </a:lnTo>
                  <a:lnTo>
                    <a:pt x="20804" y="379209"/>
                  </a:lnTo>
                  <a:lnTo>
                    <a:pt x="56712" y="441397"/>
                  </a:lnTo>
                  <a:lnTo>
                    <a:pt x="107240" y="491916"/>
                  </a:lnTo>
                  <a:lnTo>
                    <a:pt x="169422" y="527830"/>
                  </a:lnTo>
                  <a:lnTo>
                    <a:pt x="238406" y="546294"/>
                  </a:lnTo>
                  <a:lnTo>
                    <a:pt x="274319" y="548640"/>
                  </a:lnTo>
                  <a:lnTo>
                    <a:pt x="1280160" y="548640"/>
                  </a:lnTo>
                  <a:lnTo>
                    <a:pt x="1351168" y="539324"/>
                  </a:lnTo>
                  <a:lnTo>
                    <a:pt x="1417320" y="511911"/>
                  </a:lnTo>
                  <a:lnTo>
                    <a:pt x="1474150" y="468310"/>
                  </a:lnTo>
                  <a:lnTo>
                    <a:pt x="1517751" y="411480"/>
                  </a:lnTo>
                  <a:lnTo>
                    <a:pt x="1545164" y="345324"/>
                  </a:lnTo>
                  <a:lnTo>
                    <a:pt x="1554480" y="274320"/>
                  </a:lnTo>
                  <a:lnTo>
                    <a:pt x="1552134" y="238406"/>
                  </a:lnTo>
                  <a:lnTo>
                    <a:pt x="1533670" y="169422"/>
                  </a:lnTo>
                  <a:lnTo>
                    <a:pt x="1497756" y="107235"/>
                  </a:lnTo>
                  <a:lnTo>
                    <a:pt x="1447237" y="56710"/>
                  </a:lnTo>
                  <a:lnTo>
                    <a:pt x="1385055" y="20804"/>
                  </a:lnTo>
                  <a:lnTo>
                    <a:pt x="1316068" y="2345"/>
                  </a:lnTo>
                  <a:lnTo>
                    <a:pt x="12801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preencoded.png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51163" y="3895193"/>
              <a:ext cx="273964" cy="273964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2685859" y="3947301"/>
            <a:ext cx="70231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364050"/>
                </a:solidFill>
                <a:latin typeface="Calibri"/>
                <a:cs typeface="Calibri"/>
              </a:rPr>
              <a:t>High</a:t>
            </a:r>
            <a:r>
              <a:rPr dirty="0" sz="950" spc="-50" b="1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364050"/>
                </a:solidFill>
                <a:latin typeface="Calibri"/>
                <a:cs typeface="Calibri"/>
              </a:rPr>
              <a:t>Demand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522806" y="2530781"/>
            <a:ext cx="3057525" cy="751840"/>
            <a:chOff x="1522806" y="2530781"/>
            <a:chExt cx="3057525" cy="751840"/>
          </a:xfrm>
        </p:grpSpPr>
        <p:sp>
          <p:nvSpPr>
            <p:cNvPr id="45" name="object 45"/>
            <p:cNvSpPr/>
            <p:nvPr/>
          </p:nvSpPr>
          <p:spPr>
            <a:xfrm>
              <a:off x="2374925" y="2880361"/>
              <a:ext cx="2197100" cy="635"/>
            </a:xfrm>
            <a:custGeom>
              <a:avLst/>
              <a:gdLst/>
              <a:ahLst/>
              <a:cxnLst/>
              <a:rect l="l" t="t" r="r" b="b"/>
              <a:pathLst>
                <a:path w="2197100" h="635">
                  <a:moveTo>
                    <a:pt x="0" y="0"/>
                  </a:moveTo>
                  <a:lnTo>
                    <a:pt x="2197074" y="355"/>
                  </a:lnTo>
                </a:path>
              </a:pathLst>
            </a:custGeom>
            <a:ln w="15839">
              <a:solidFill>
                <a:srgbClr val="CAD4E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2806" y="2530781"/>
              <a:ext cx="1757514" cy="751344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597685" y="2605686"/>
              <a:ext cx="1554480" cy="548640"/>
            </a:xfrm>
            <a:custGeom>
              <a:avLst/>
              <a:gdLst/>
              <a:ahLst/>
              <a:cxnLst/>
              <a:rect l="l" t="t" r="r" b="b"/>
              <a:pathLst>
                <a:path w="1554480" h="548639">
                  <a:moveTo>
                    <a:pt x="1280160" y="0"/>
                  </a:moveTo>
                  <a:lnTo>
                    <a:pt x="274319" y="0"/>
                  </a:lnTo>
                  <a:lnTo>
                    <a:pt x="238406" y="2345"/>
                  </a:lnTo>
                  <a:lnTo>
                    <a:pt x="169422" y="20804"/>
                  </a:lnTo>
                  <a:lnTo>
                    <a:pt x="107235" y="56710"/>
                  </a:lnTo>
                  <a:lnTo>
                    <a:pt x="56710" y="107235"/>
                  </a:lnTo>
                  <a:lnTo>
                    <a:pt x="20804" y="169422"/>
                  </a:lnTo>
                  <a:lnTo>
                    <a:pt x="2345" y="238406"/>
                  </a:lnTo>
                  <a:lnTo>
                    <a:pt x="0" y="274320"/>
                  </a:lnTo>
                  <a:lnTo>
                    <a:pt x="2345" y="310226"/>
                  </a:lnTo>
                  <a:lnTo>
                    <a:pt x="20804" y="379209"/>
                  </a:lnTo>
                  <a:lnTo>
                    <a:pt x="56710" y="441397"/>
                  </a:lnTo>
                  <a:lnTo>
                    <a:pt x="107235" y="491916"/>
                  </a:lnTo>
                  <a:lnTo>
                    <a:pt x="169422" y="527830"/>
                  </a:lnTo>
                  <a:lnTo>
                    <a:pt x="238406" y="546294"/>
                  </a:lnTo>
                  <a:lnTo>
                    <a:pt x="274319" y="548640"/>
                  </a:lnTo>
                  <a:lnTo>
                    <a:pt x="1280160" y="548640"/>
                  </a:lnTo>
                  <a:lnTo>
                    <a:pt x="1351164" y="539324"/>
                  </a:lnTo>
                  <a:lnTo>
                    <a:pt x="1417319" y="511911"/>
                  </a:lnTo>
                  <a:lnTo>
                    <a:pt x="1474150" y="468310"/>
                  </a:lnTo>
                  <a:lnTo>
                    <a:pt x="1517751" y="411480"/>
                  </a:lnTo>
                  <a:lnTo>
                    <a:pt x="1545159" y="345324"/>
                  </a:lnTo>
                  <a:lnTo>
                    <a:pt x="1554480" y="274320"/>
                  </a:lnTo>
                  <a:lnTo>
                    <a:pt x="1552132" y="238406"/>
                  </a:lnTo>
                  <a:lnTo>
                    <a:pt x="1533664" y="169422"/>
                  </a:lnTo>
                  <a:lnTo>
                    <a:pt x="1497756" y="107235"/>
                  </a:lnTo>
                  <a:lnTo>
                    <a:pt x="1447237" y="56710"/>
                  </a:lnTo>
                  <a:lnTo>
                    <a:pt x="1385049" y="20804"/>
                  </a:lnTo>
                  <a:lnTo>
                    <a:pt x="1316066" y="2345"/>
                  </a:lnTo>
                  <a:lnTo>
                    <a:pt x="12801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preencoded.png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07476" y="2742833"/>
              <a:ext cx="273964" cy="273964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2042541" y="2794941"/>
            <a:ext cx="92646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 b="1">
                <a:solidFill>
                  <a:srgbClr val="364050"/>
                </a:solidFill>
                <a:latin typeface="Calibri"/>
                <a:cs typeface="Calibri"/>
              </a:rPr>
              <a:t>Fast</a:t>
            </a:r>
            <a:r>
              <a:rPr dirty="0" sz="950" spc="-30" b="1">
                <a:solidFill>
                  <a:srgbClr val="364050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364050"/>
                </a:solidFill>
                <a:latin typeface="Calibri"/>
                <a:cs typeface="Calibri"/>
              </a:rPr>
              <a:t>Development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166124" y="1378421"/>
            <a:ext cx="2414270" cy="1510030"/>
            <a:chOff x="2166124" y="1378421"/>
            <a:chExt cx="2414270" cy="1510030"/>
          </a:xfrm>
        </p:grpSpPr>
        <p:sp>
          <p:nvSpPr>
            <p:cNvPr id="51" name="object 51"/>
            <p:cNvSpPr/>
            <p:nvPr/>
          </p:nvSpPr>
          <p:spPr>
            <a:xfrm>
              <a:off x="3018243" y="1727646"/>
              <a:ext cx="1553845" cy="1153160"/>
            </a:xfrm>
            <a:custGeom>
              <a:avLst/>
              <a:gdLst/>
              <a:ahLst/>
              <a:cxnLst/>
              <a:rect l="l" t="t" r="r" b="b"/>
              <a:pathLst>
                <a:path w="1553845" h="1153160">
                  <a:moveTo>
                    <a:pt x="0" y="0"/>
                  </a:moveTo>
                  <a:lnTo>
                    <a:pt x="1553756" y="1152715"/>
                  </a:lnTo>
                </a:path>
              </a:pathLst>
            </a:custGeom>
            <a:ln w="15839">
              <a:solidFill>
                <a:srgbClr val="CAD4E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66124" y="1378421"/>
              <a:ext cx="1757514" cy="751344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2241003" y="1453326"/>
              <a:ext cx="1554480" cy="548640"/>
            </a:xfrm>
            <a:custGeom>
              <a:avLst/>
              <a:gdLst/>
              <a:ahLst/>
              <a:cxnLst/>
              <a:rect l="l" t="t" r="r" b="b"/>
              <a:pathLst>
                <a:path w="1554479" h="548639">
                  <a:moveTo>
                    <a:pt x="1280160" y="0"/>
                  </a:moveTo>
                  <a:lnTo>
                    <a:pt x="274319" y="0"/>
                  </a:lnTo>
                  <a:lnTo>
                    <a:pt x="238406" y="2345"/>
                  </a:lnTo>
                  <a:lnTo>
                    <a:pt x="169422" y="20804"/>
                  </a:lnTo>
                  <a:lnTo>
                    <a:pt x="107240" y="56710"/>
                  </a:lnTo>
                  <a:lnTo>
                    <a:pt x="56712" y="107235"/>
                  </a:lnTo>
                  <a:lnTo>
                    <a:pt x="20804" y="169422"/>
                  </a:lnTo>
                  <a:lnTo>
                    <a:pt x="2345" y="238406"/>
                  </a:lnTo>
                  <a:lnTo>
                    <a:pt x="0" y="274320"/>
                  </a:lnTo>
                  <a:lnTo>
                    <a:pt x="2345" y="310226"/>
                  </a:lnTo>
                  <a:lnTo>
                    <a:pt x="20804" y="379209"/>
                  </a:lnTo>
                  <a:lnTo>
                    <a:pt x="56712" y="441397"/>
                  </a:lnTo>
                  <a:lnTo>
                    <a:pt x="107240" y="491916"/>
                  </a:lnTo>
                  <a:lnTo>
                    <a:pt x="169422" y="527830"/>
                  </a:lnTo>
                  <a:lnTo>
                    <a:pt x="238406" y="546294"/>
                  </a:lnTo>
                  <a:lnTo>
                    <a:pt x="274319" y="548640"/>
                  </a:lnTo>
                  <a:lnTo>
                    <a:pt x="1280160" y="548640"/>
                  </a:lnTo>
                  <a:lnTo>
                    <a:pt x="1351168" y="539324"/>
                  </a:lnTo>
                  <a:lnTo>
                    <a:pt x="1417320" y="511911"/>
                  </a:lnTo>
                  <a:lnTo>
                    <a:pt x="1474150" y="468310"/>
                  </a:lnTo>
                  <a:lnTo>
                    <a:pt x="1517751" y="411480"/>
                  </a:lnTo>
                  <a:lnTo>
                    <a:pt x="1545164" y="345324"/>
                  </a:lnTo>
                  <a:lnTo>
                    <a:pt x="1554480" y="274320"/>
                  </a:lnTo>
                  <a:lnTo>
                    <a:pt x="1552134" y="238406"/>
                  </a:lnTo>
                  <a:lnTo>
                    <a:pt x="1533670" y="169422"/>
                  </a:lnTo>
                  <a:lnTo>
                    <a:pt x="1497756" y="107235"/>
                  </a:lnTo>
                  <a:lnTo>
                    <a:pt x="1447237" y="56710"/>
                  </a:lnTo>
                  <a:lnTo>
                    <a:pt x="1385055" y="20804"/>
                  </a:lnTo>
                  <a:lnTo>
                    <a:pt x="1316068" y="2345"/>
                  </a:lnTo>
                  <a:lnTo>
                    <a:pt x="12801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preencoded.png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51163" y="1590473"/>
              <a:ext cx="273964" cy="273964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2685859" y="1642581"/>
            <a:ext cx="457834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 b="1">
                <a:solidFill>
                  <a:srgbClr val="364050"/>
                </a:solidFill>
                <a:latin typeface="Calibri"/>
                <a:cs typeface="Calibri"/>
              </a:rPr>
              <a:t>Versatile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VaultofCode</a:t>
            </a:r>
            <a:r>
              <a:rPr dirty="0" spc="155"/>
              <a:t> </a:t>
            </a:r>
            <a:r>
              <a:rPr dirty="0"/>
              <a:t>|</a:t>
            </a:r>
            <a:r>
              <a:rPr dirty="0" spc="165"/>
              <a:t> </a:t>
            </a:r>
            <a:r>
              <a:rPr dirty="0"/>
              <a:t>Python</a:t>
            </a:r>
            <a:r>
              <a:rPr dirty="0" spc="-15"/>
              <a:t> </a:t>
            </a:r>
            <a:r>
              <a:rPr dirty="0" spc="-10"/>
              <a:t>Programming</a:t>
            </a:r>
            <a:r>
              <a:rPr dirty="0" spc="-15"/>
              <a:t> </a:t>
            </a:r>
            <a:r>
              <a:rPr dirty="0" spc="-10"/>
              <a:t>Internship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D3F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4"/>
            <a:ext cx="2011680" cy="2011680"/>
          </a:xfrm>
          <a:custGeom>
            <a:avLst/>
            <a:gdLst/>
            <a:ahLst/>
            <a:cxnLst/>
            <a:rect l="l" t="t" r="r" b="b"/>
            <a:pathLst>
              <a:path w="2011680" h="2011680">
                <a:moveTo>
                  <a:pt x="1957456" y="0"/>
                </a:moveTo>
                <a:lnTo>
                  <a:pt x="0" y="0"/>
                </a:lnTo>
                <a:lnTo>
                  <a:pt x="0" y="1957428"/>
                </a:lnTo>
                <a:lnTo>
                  <a:pt x="68615" y="1974250"/>
                </a:lnTo>
                <a:lnTo>
                  <a:pt x="116801" y="1984032"/>
                </a:lnTo>
                <a:lnTo>
                  <a:pt x="165293" y="1992333"/>
                </a:lnTo>
                <a:lnTo>
                  <a:pt x="214056" y="1999143"/>
                </a:lnTo>
                <a:lnTo>
                  <a:pt x="263055" y="2004454"/>
                </a:lnTo>
                <a:lnTo>
                  <a:pt x="312256" y="2008258"/>
                </a:lnTo>
                <a:lnTo>
                  <a:pt x="361624" y="2010547"/>
                </a:lnTo>
                <a:lnTo>
                  <a:pt x="411124" y="2011311"/>
                </a:lnTo>
                <a:lnTo>
                  <a:pt x="460622" y="2010547"/>
                </a:lnTo>
                <a:lnTo>
                  <a:pt x="509989" y="2008258"/>
                </a:lnTo>
                <a:lnTo>
                  <a:pt x="559190" y="2004454"/>
                </a:lnTo>
                <a:lnTo>
                  <a:pt x="608191" y="1999143"/>
                </a:lnTo>
                <a:lnTo>
                  <a:pt x="656958" y="1992333"/>
                </a:lnTo>
                <a:lnTo>
                  <a:pt x="705457" y="1984032"/>
                </a:lnTo>
                <a:lnTo>
                  <a:pt x="753652" y="1974250"/>
                </a:lnTo>
                <a:lnTo>
                  <a:pt x="801511" y="1962994"/>
                </a:lnTo>
                <a:lnTo>
                  <a:pt x="848997" y="1950272"/>
                </a:lnTo>
                <a:lnTo>
                  <a:pt x="896079" y="1936093"/>
                </a:lnTo>
                <a:lnTo>
                  <a:pt x="942720" y="1920466"/>
                </a:lnTo>
                <a:lnTo>
                  <a:pt x="988886" y="1903398"/>
                </a:lnTo>
                <a:lnTo>
                  <a:pt x="1034544" y="1884898"/>
                </a:lnTo>
                <a:lnTo>
                  <a:pt x="1079659" y="1864974"/>
                </a:lnTo>
                <a:lnTo>
                  <a:pt x="1124196" y="1843635"/>
                </a:lnTo>
                <a:lnTo>
                  <a:pt x="1168122" y="1820889"/>
                </a:lnTo>
                <a:lnTo>
                  <a:pt x="1211402" y="1796745"/>
                </a:lnTo>
                <a:lnTo>
                  <a:pt x="1253854" y="1771334"/>
                </a:lnTo>
                <a:lnTo>
                  <a:pt x="1295429" y="1744670"/>
                </a:lnTo>
                <a:lnTo>
                  <a:pt x="1336102" y="1716778"/>
                </a:lnTo>
                <a:lnTo>
                  <a:pt x="1375848" y="1687683"/>
                </a:lnTo>
                <a:lnTo>
                  <a:pt x="1414641" y="1657411"/>
                </a:lnTo>
                <a:lnTo>
                  <a:pt x="1452457" y="1625985"/>
                </a:lnTo>
                <a:lnTo>
                  <a:pt x="1489270" y="1593432"/>
                </a:lnTo>
                <a:lnTo>
                  <a:pt x="1525056" y="1559777"/>
                </a:lnTo>
                <a:lnTo>
                  <a:pt x="1559789" y="1525043"/>
                </a:lnTo>
                <a:lnTo>
                  <a:pt x="1593445" y="1489257"/>
                </a:lnTo>
                <a:lnTo>
                  <a:pt x="1625998" y="1452444"/>
                </a:lnTo>
                <a:lnTo>
                  <a:pt x="1657423" y="1414628"/>
                </a:lnTo>
                <a:lnTo>
                  <a:pt x="1687696" y="1375835"/>
                </a:lnTo>
                <a:lnTo>
                  <a:pt x="1716791" y="1336090"/>
                </a:lnTo>
                <a:lnTo>
                  <a:pt x="1744682" y="1295417"/>
                </a:lnTo>
                <a:lnTo>
                  <a:pt x="1771346" y="1253841"/>
                </a:lnTo>
                <a:lnTo>
                  <a:pt x="1796757" y="1211389"/>
                </a:lnTo>
                <a:lnTo>
                  <a:pt x="1820902" y="1168109"/>
                </a:lnTo>
                <a:lnTo>
                  <a:pt x="1843648" y="1124183"/>
                </a:lnTo>
                <a:lnTo>
                  <a:pt x="1864987" y="1079646"/>
                </a:lnTo>
                <a:lnTo>
                  <a:pt x="1884911" y="1034531"/>
                </a:lnTo>
                <a:lnTo>
                  <a:pt x="1903411" y="988873"/>
                </a:lnTo>
                <a:lnTo>
                  <a:pt x="1920478" y="942707"/>
                </a:lnTo>
                <a:lnTo>
                  <a:pt x="1936106" y="896066"/>
                </a:lnTo>
                <a:lnTo>
                  <a:pt x="1950285" y="848985"/>
                </a:lnTo>
                <a:lnTo>
                  <a:pt x="1963006" y="801498"/>
                </a:lnTo>
                <a:lnTo>
                  <a:pt x="1974263" y="753640"/>
                </a:lnTo>
                <a:lnTo>
                  <a:pt x="1984045" y="705444"/>
                </a:lnTo>
                <a:lnTo>
                  <a:pt x="1992346" y="656946"/>
                </a:lnTo>
                <a:lnTo>
                  <a:pt x="1999156" y="608179"/>
                </a:lnTo>
                <a:lnTo>
                  <a:pt x="2004467" y="559177"/>
                </a:lnTo>
                <a:lnTo>
                  <a:pt x="2008271" y="509976"/>
                </a:lnTo>
                <a:lnTo>
                  <a:pt x="2010559" y="460609"/>
                </a:lnTo>
                <a:lnTo>
                  <a:pt x="2011324" y="411111"/>
                </a:lnTo>
                <a:lnTo>
                  <a:pt x="2010559" y="361611"/>
                </a:lnTo>
                <a:lnTo>
                  <a:pt x="2008271" y="312243"/>
                </a:lnTo>
                <a:lnTo>
                  <a:pt x="2004467" y="263040"/>
                </a:lnTo>
                <a:lnTo>
                  <a:pt x="1999156" y="214038"/>
                </a:lnTo>
                <a:lnTo>
                  <a:pt x="1992346" y="165271"/>
                </a:lnTo>
                <a:lnTo>
                  <a:pt x="1984045" y="116772"/>
                </a:lnTo>
                <a:lnTo>
                  <a:pt x="1974263" y="68576"/>
                </a:lnTo>
                <a:lnTo>
                  <a:pt x="1963006" y="20718"/>
                </a:lnTo>
                <a:lnTo>
                  <a:pt x="1957456" y="0"/>
                </a:lnTo>
                <a:close/>
              </a:path>
            </a:pathLst>
          </a:custGeom>
          <a:solidFill>
            <a:srgbClr val="2462E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-355" y="3474366"/>
            <a:ext cx="9144000" cy="1669414"/>
            <a:chOff x="-355" y="3474366"/>
            <a:chExt cx="9144000" cy="1669414"/>
          </a:xfrm>
        </p:grpSpPr>
        <p:sp>
          <p:nvSpPr>
            <p:cNvPr id="5" name="object 5"/>
            <p:cNvSpPr/>
            <p:nvPr/>
          </p:nvSpPr>
          <p:spPr>
            <a:xfrm>
              <a:off x="-355" y="3474366"/>
              <a:ext cx="9144000" cy="1669414"/>
            </a:xfrm>
            <a:custGeom>
              <a:avLst/>
              <a:gdLst/>
              <a:ahLst/>
              <a:cxnLst/>
              <a:rect l="l" t="t" r="r" b="b"/>
              <a:pathLst>
                <a:path w="9144000" h="1669414">
                  <a:moveTo>
                    <a:pt x="9143987" y="12484"/>
                  </a:moveTo>
                  <a:lnTo>
                    <a:pt x="9115107" y="8674"/>
                  </a:lnTo>
                  <a:lnTo>
                    <a:pt x="9063990" y="3860"/>
                  </a:lnTo>
                  <a:lnTo>
                    <a:pt x="9012644" y="977"/>
                  </a:lnTo>
                  <a:lnTo>
                    <a:pt x="8961120" y="0"/>
                  </a:lnTo>
                  <a:lnTo>
                    <a:pt x="8909583" y="977"/>
                  </a:lnTo>
                  <a:lnTo>
                    <a:pt x="8858225" y="3860"/>
                  </a:lnTo>
                  <a:lnTo>
                    <a:pt x="8807120" y="8674"/>
                  </a:lnTo>
                  <a:lnTo>
                    <a:pt x="8756294" y="15367"/>
                  </a:lnTo>
                  <a:lnTo>
                    <a:pt x="8705799" y="23952"/>
                  </a:lnTo>
                  <a:lnTo>
                    <a:pt x="8655710" y="34404"/>
                  </a:lnTo>
                  <a:lnTo>
                    <a:pt x="8606053" y="46710"/>
                  </a:lnTo>
                  <a:lnTo>
                    <a:pt x="8556904" y="60858"/>
                  </a:lnTo>
                  <a:lnTo>
                    <a:pt x="8508301" y="76835"/>
                  </a:lnTo>
                  <a:lnTo>
                    <a:pt x="8460295" y="94627"/>
                  </a:lnTo>
                  <a:lnTo>
                    <a:pt x="8412937" y="114198"/>
                  </a:lnTo>
                  <a:lnTo>
                    <a:pt x="8366290" y="135572"/>
                  </a:lnTo>
                  <a:lnTo>
                    <a:pt x="8320405" y="158711"/>
                  </a:lnTo>
                  <a:lnTo>
                    <a:pt x="8275320" y="183591"/>
                  </a:lnTo>
                  <a:lnTo>
                    <a:pt x="8231187" y="210235"/>
                  </a:lnTo>
                  <a:lnTo>
                    <a:pt x="8188185" y="238455"/>
                  </a:lnTo>
                  <a:lnTo>
                    <a:pt x="8146339" y="268198"/>
                  </a:lnTo>
                  <a:lnTo>
                    <a:pt x="8105686" y="299440"/>
                  </a:lnTo>
                  <a:lnTo>
                    <a:pt x="8066265" y="332143"/>
                  </a:lnTo>
                  <a:lnTo>
                    <a:pt x="8028114" y="366255"/>
                  </a:lnTo>
                  <a:lnTo>
                    <a:pt x="7991272" y="401764"/>
                  </a:lnTo>
                  <a:lnTo>
                    <a:pt x="7955762" y="438607"/>
                  </a:lnTo>
                  <a:lnTo>
                    <a:pt x="7921650" y="476758"/>
                  </a:lnTo>
                  <a:lnTo>
                    <a:pt x="7888948" y="516178"/>
                  </a:lnTo>
                  <a:lnTo>
                    <a:pt x="7857706" y="556831"/>
                  </a:lnTo>
                  <a:lnTo>
                    <a:pt x="7827962" y="598678"/>
                  </a:lnTo>
                  <a:lnTo>
                    <a:pt x="7799743" y="641680"/>
                  </a:lnTo>
                  <a:lnTo>
                    <a:pt x="7773111" y="685800"/>
                  </a:lnTo>
                  <a:lnTo>
                    <a:pt x="7748219" y="730897"/>
                  </a:lnTo>
                  <a:lnTo>
                    <a:pt x="7725080" y="776782"/>
                  </a:lnTo>
                  <a:lnTo>
                    <a:pt x="7703706" y="823429"/>
                  </a:lnTo>
                  <a:lnTo>
                    <a:pt x="7684122" y="870788"/>
                  </a:lnTo>
                  <a:lnTo>
                    <a:pt x="7666342" y="918794"/>
                  </a:lnTo>
                  <a:lnTo>
                    <a:pt x="7652639" y="960475"/>
                  </a:lnTo>
                  <a:lnTo>
                    <a:pt x="0" y="960475"/>
                  </a:lnTo>
                  <a:lnTo>
                    <a:pt x="0" y="1668957"/>
                  </a:lnTo>
                  <a:lnTo>
                    <a:pt x="4572000" y="1668957"/>
                  </a:lnTo>
                  <a:lnTo>
                    <a:pt x="7622235" y="1668957"/>
                  </a:lnTo>
                  <a:lnTo>
                    <a:pt x="9143987" y="1668970"/>
                  </a:lnTo>
                  <a:lnTo>
                    <a:pt x="9143987" y="12484"/>
                  </a:lnTo>
                  <a:close/>
                </a:path>
              </a:pathLst>
            </a:custGeom>
            <a:solidFill>
              <a:srgbClr val="2462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" y="4553282"/>
              <a:ext cx="456844" cy="45684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27024" y="581293"/>
            <a:ext cx="190309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>
                <a:solidFill>
                  <a:srgbClr val="FFFFFF"/>
                </a:solidFill>
              </a:rPr>
              <a:t>Conclusion</a:t>
            </a:r>
            <a:endParaRPr sz="3000"/>
          </a:p>
        </p:txBody>
      </p:sp>
      <p:pic>
        <p:nvPicPr>
          <p:cNvPr id="8" name="object 8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080" y="1444322"/>
            <a:ext cx="255600" cy="255600"/>
          </a:xfrm>
          <a:prstGeom prst="rect">
            <a:avLst/>
          </a:prstGeom>
        </p:spPr>
      </p:pic>
      <p:pic>
        <p:nvPicPr>
          <p:cNvPr id="9" name="object 9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080" y="2038682"/>
            <a:ext cx="255600" cy="255600"/>
          </a:xfrm>
          <a:prstGeom prst="rect">
            <a:avLst/>
          </a:prstGeom>
        </p:spPr>
      </p:pic>
      <p:pic>
        <p:nvPicPr>
          <p:cNvPr id="10" name="object 10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080" y="2633042"/>
            <a:ext cx="255600" cy="255600"/>
          </a:xfrm>
          <a:prstGeom prst="rect">
            <a:avLst/>
          </a:prstGeom>
        </p:spPr>
      </p:pic>
      <p:pic>
        <p:nvPicPr>
          <p:cNvPr id="11" name="object 11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080" y="3227402"/>
            <a:ext cx="255600" cy="2556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38504" y="1591096"/>
            <a:ext cx="5087620" cy="2014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dirty="0" sz="13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13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dirty="0" sz="13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3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3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easiest</a:t>
            </a:r>
            <a:r>
              <a:rPr dirty="0" sz="13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3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most</a:t>
            </a:r>
            <a:r>
              <a:rPr dirty="0" sz="13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powerful</a:t>
            </a:r>
            <a:r>
              <a:rPr dirty="0" sz="1350" spc="-20">
                <a:solidFill>
                  <a:srgbClr val="FFFFFF"/>
                </a:solidFill>
                <a:latin typeface="Calibri"/>
                <a:cs typeface="Calibri"/>
              </a:rPr>
              <a:t> programming</a:t>
            </a:r>
            <a:r>
              <a:rPr dirty="0" sz="13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languages.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Functions</a:t>
            </a:r>
            <a:r>
              <a:rPr dirty="0" sz="13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help</a:t>
            </a:r>
            <a:r>
              <a:rPr dirty="0" sz="13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FFFFFF"/>
                </a:solidFill>
                <a:latin typeface="Calibri"/>
                <a:cs typeface="Calibri"/>
              </a:rPr>
              <a:t>organize</a:t>
            </a:r>
            <a:r>
              <a:rPr dirty="0" sz="13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3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reuse</a:t>
            </a:r>
            <a:r>
              <a:rPr dirty="0" sz="13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dirty="0" sz="13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efficiently.</a:t>
            </a:r>
            <a:endParaRPr sz="1350">
              <a:latin typeface="Calibri"/>
              <a:cs typeface="Calibri"/>
            </a:endParaRPr>
          </a:p>
          <a:p>
            <a:pPr marL="12700" marR="5080">
              <a:lnSpc>
                <a:spcPct val="288900"/>
              </a:lnSpc>
            </a:pP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Modules</a:t>
            </a:r>
            <a:r>
              <a:rPr dirty="0" sz="13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make</a:t>
            </a:r>
            <a:r>
              <a:rPr dirty="0" sz="135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programs</a:t>
            </a:r>
            <a:r>
              <a:rPr dirty="0" sz="13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dirty="0" sz="135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structured</a:t>
            </a:r>
            <a:r>
              <a:rPr dirty="0" sz="135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35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reduce</a:t>
            </a:r>
            <a:r>
              <a:rPr dirty="0" sz="135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development</a:t>
            </a:r>
            <a:r>
              <a:rPr dirty="0" sz="13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time. </a:t>
            </a: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dirty="0" sz="13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continues</a:t>
            </a:r>
            <a:r>
              <a:rPr dirty="0" sz="13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3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13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popular</a:t>
            </a:r>
            <a:r>
              <a:rPr dirty="0" sz="13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among</a:t>
            </a:r>
            <a:r>
              <a:rPr dirty="0" sz="13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beginners</a:t>
            </a:r>
            <a:r>
              <a:rPr dirty="0" sz="13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3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professionals</a:t>
            </a:r>
            <a:r>
              <a:rPr dirty="0" sz="13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FFFFFF"/>
                </a:solidFill>
                <a:latin typeface="Calibri"/>
                <a:cs typeface="Calibri"/>
              </a:rPr>
              <a:t>alike.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75664" y="4624097"/>
            <a:ext cx="13227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Thank</a:t>
            </a:r>
            <a:r>
              <a:rPr dirty="0" sz="2000" spc="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55" b="1">
                <a:solidFill>
                  <a:srgbClr val="FFFFFF"/>
                </a:solidFill>
                <a:latin typeface="Times New Roman"/>
                <a:cs typeface="Times New Roman"/>
              </a:rPr>
              <a:t>You!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84543" y="4692512"/>
            <a:ext cx="190309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DAE9FD"/>
                </a:solidFill>
                <a:latin typeface="Calibri"/>
                <a:cs typeface="Calibri"/>
              </a:rPr>
              <a:t>Kanak</a:t>
            </a:r>
            <a:r>
              <a:rPr dirty="0" sz="1100" spc="-15">
                <a:solidFill>
                  <a:srgbClr val="DAE9F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DAE9FD"/>
                </a:solidFill>
                <a:latin typeface="Calibri"/>
                <a:cs typeface="Calibri"/>
              </a:rPr>
              <a:t>Chaudhary</a:t>
            </a:r>
            <a:r>
              <a:rPr dirty="0" sz="1100" spc="215">
                <a:solidFill>
                  <a:srgbClr val="DAE9F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DAE9FD"/>
                </a:solidFill>
                <a:latin typeface="Calibri"/>
                <a:cs typeface="Calibri"/>
              </a:rPr>
              <a:t>|</a:t>
            </a:r>
            <a:r>
              <a:rPr dirty="0" sz="1100" spc="220">
                <a:solidFill>
                  <a:srgbClr val="DAE9FD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DAE9FD"/>
                </a:solidFill>
                <a:latin typeface="Calibri"/>
                <a:cs typeface="Calibri"/>
              </a:rPr>
              <a:t>VaultofCode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Kanak Chaudhary</dc:creator>
  <dc:subject>PptxGenJS Presentation</dc:subject>
  <dc:title>Python Programming - Introduction, Functions &amp; Modules</dc:title>
  <dcterms:created xsi:type="dcterms:W3CDTF">2026-07-06T09:39:46Z</dcterms:created>
  <dcterms:modified xsi:type="dcterms:W3CDTF">2026-07-06T09:39:46Z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2026-07-04T00:00:00Z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24.2</vt:lpwstr>
  </property>
  <property fmtid="{D5CDD505-2E9C-101B-9397-08002B2CF9AE}" pid="6" name="LastSaved">
    <vt:filetime>2026-07-04T00:00:00Z</vt:filetime>
  </property>
</Properties>
</file>